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9748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8283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9705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5869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4553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597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1891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987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361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65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082304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43263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457056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37310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32828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130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EC1668-57D9-433B-B282-7BE283FD0F28}" type="datetimeFigureOut">
              <a:rPr lang="en-IN" smtClean="0"/>
              <a:t>12-01-2022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95F8205-0236-4F6B-AAA2-CF929B8864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5863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22401" y="1175327"/>
            <a:ext cx="9472612" cy="2262781"/>
          </a:xfrm>
        </p:spPr>
        <p:txBody>
          <a:bodyPr/>
          <a:lstStyle/>
          <a:p>
            <a:r>
              <a:rPr lang="en-IN" dirty="0"/>
              <a:t>Core Fundamentals of MongoDB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98182" y="4777379"/>
            <a:ext cx="1806430" cy="1126283"/>
          </a:xfrm>
        </p:spPr>
        <p:txBody>
          <a:bodyPr/>
          <a:lstStyle/>
          <a:p>
            <a:r>
              <a:rPr lang="en-US" dirty="0" smtClean="0"/>
              <a:t>By</a:t>
            </a:r>
          </a:p>
          <a:p>
            <a:r>
              <a:rPr lang="en-US" dirty="0" smtClean="0"/>
              <a:t>Sarath Baiju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325900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</TotalTime>
  <Words>7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Wingdings 3</vt:lpstr>
      <vt:lpstr>Wisp</vt:lpstr>
      <vt:lpstr>Core Fundamentals of MongoDB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Fundamentals of MongoDB</dc:title>
  <dc:creator>Sarath Baiju</dc:creator>
  <cp:lastModifiedBy>Sarath Baiju</cp:lastModifiedBy>
  <cp:revision>1</cp:revision>
  <dcterms:created xsi:type="dcterms:W3CDTF">2022-01-12T09:19:03Z</dcterms:created>
  <dcterms:modified xsi:type="dcterms:W3CDTF">2022-01-12T09:20:43Z</dcterms:modified>
</cp:coreProperties>
</file>