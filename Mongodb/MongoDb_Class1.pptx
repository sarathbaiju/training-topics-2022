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38" r:id="rId1"/>
  </p:sldMasterIdLst>
  <p:sldIdLst>
    <p:sldId id="256" r:id="rId2"/>
    <p:sldId id="257" r:id="rId3"/>
    <p:sldId id="264" r:id="rId4"/>
    <p:sldId id="266" r:id="rId5"/>
    <p:sldId id="267" r:id="rId6"/>
    <p:sldId id="258" r:id="rId7"/>
    <p:sldId id="259" r:id="rId8"/>
    <p:sldId id="260" r:id="rId9"/>
    <p:sldId id="261" r:id="rId10"/>
    <p:sldId id="262" r:id="rId11"/>
    <p:sldId id="265" r:id="rId12"/>
    <p:sldId id="263" r:id="rId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83" d="100"/>
          <a:sy n="83" d="100"/>
        </p:scale>
        <p:origin x="658" y="6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589213" y="2514600"/>
            <a:ext cx="8915399" cy="2262781"/>
          </a:xfrm>
        </p:spPr>
        <p:txBody>
          <a:bodyPr anchor="b">
            <a:normAutofit/>
          </a:bodyPr>
          <a:lstStyle>
            <a:lvl1pPr>
              <a:defRPr sz="5400"/>
            </a:lvl1pPr>
          </a:lstStyle>
          <a:p>
            <a:r>
              <a:rPr lang="en-US" smtClean="0"/>
              <a:t>Click to edit Master title style</a:t>
            </a:r>
            <a:endParaRPr lang="en-US" dirty="0"/>
          </a:p>
        </p:txBody>
      </p:sp>
      <p:sp>
        <p:nvSpPr>
          <p:cNvPr id="3" name="Subtitle 2"/>
          <p:cNvSpPr>
            <a:spLocks noGrp="1"/>
          </p:cNvSpPr>
          <p:nvPr>
            <p:ph type="subTitle" idx="1"/>
          </p:nvPr>
        </p:nvSpPr>
        <p:spPr>
          <a:xfrm>
            <a:off x="2589213" y="4777379"/>
            <a:ext cx="8915399" cy="1126283"/>
          </a:xfrm>
        </p:spPr>
        <p:txBody>
          <a:bodyPr anchor="t"/>
          <a:lstStyle>
            <a:lvl1pPr marL="0" indent="0" algn="l">
              <a:buNone/>
              <a:defRPr>
                <a:solidFill>
                  <a:schemeClr val="tx1">
                    <a:lumMod val="65000"/>
                    <a:lumOff val="3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dirty="0"/>
          </a:p>
        </p:txBody>
      </p:sp>
      <p:sp>
        <p:nvSpPr>
          <p:cNvPr id="4" name="Date Placeholder 3"/>
          <p:cNvSpPr>
            <a:spLocks noGrp="1"/>
          </p:cNvSpPr>
          <p:nvPr>
            <p:ph type="dt" sz="half" idx="10"/>
          </p:nvPr>
        </p:nvSpPr>
        <p:spPr/>
        <p:txBody>
          <a:bodyPr/>
          <a:lstStyle/>
          <a:p>
            <a:fld id="{88EC1668-57D9-433B-B282-7BE283FD0F28}" type="datetimeFigureOut">
              <a:rPr lang="en-IN" smtClean="0"/>
              <a:t>17-01-2022</a:t>
            </a:fld>
            <a:endParaRPr lang="en-IN"/>
          </a:p>
        </p:txBody>
      </p:sp>
      <p:sp>
        <p:nvSpPr>
          <p:cNvPr id="5" name="Footer Placeholder 4"/>
          <p:cNvSpPr>
            <a:spLocks noGrp="1"/>
          </p:cNvSpPr>
          <p:nvPr>
            <p:ph type="ftr" sz="quarter" idx="11"/>
          </p:nvPr>
        </p:nvSpPr>
        <p:spPr/>
        <p:txBody>
          <a:bodyPr/>
          <a:lstStyle/>
          <a:p>
            <a:endParaRPr lang="en-IN"/>
          </a:p>
        </p:txBody>
      </p:sp>
      <p:sp>
        <p:nvSpPr>
          <p:cNvPr id="7" name="Freeform 6"/>
          <p:cNvSpPr/>
          <p:nvPr/>
        </p:nvSpPr>
        <p:spPr bwMode="auto">
          <a:xfrm>
            <a:off x="0" y="4323810"/>
            <a:ext cx="1744652" cy="778589"/>
          </a:xfrm>
          <a:custGeom>
            <a:avLst/>
            <a:gdLst/>
            <a:ahLst/>
            <a:cxnLst/>
            <a:rect l="0" t="0" r="r" b="b"/>
            <a:pathLst>
              <a:path w="372" h="166">
                <a:moveTo>
                  <a:pt x="287" y="166"/>
                </a:moveTo>
                <a:cubicBezTo>
                  <a:pt x="290" y="166"/>
                  <a:pt x="292" y="165"/>
                  <a:pt x="293" y="164"/>
                </a:cubicBezTo>
                <a:cubicBezTo>
                  <a:pt x="293" y="163"/>
                  <a:pt x="294" y="163"/>
                  <a:pt x="294" y="163"/>
                </a:cubicBezTo>
                <a:cubicBezTo>
                  <a:pt x="370" y="87"/>
                  <a:pt x="370" y="87"/>
                  <a:pt x="370" y="87"/>
                </a:cubicBezTo>
                <a:cubicBezTo>
                  <a:pt x="372" y="85"/>
                  <a:pt x="372" y="81"/>
                  <a:pt x="370" y="78"/>
                </a:cubicBezTo>
                <a:cubicBezTo>
                  <a:pt x="294" y="3"/>
                  <a:pt x="294" y="3"/>
                  <a:pt x="294" y="3"/>
                </a:cubicBezTo>
                <a:cubicBezTo>
                  <a:pt x="294" y="2"/>
                  <a:pt x="293" y="2"/>
                  <a:pt x="293" y="2"/>
                </a:cubicBezTo>
                <a:cubicBezTo>
                  <a:pt x="292" y="1"/>
                  <a:pt x="290" y="0"/>
                  <a:pt x="287" y="0"/>
                </a:cubicBezTo>
                <a:cubicBezTo>
                  <a:pt x="0" y="0"/>
                  <a:pt x="0" y="0"/>
                  <a:pt x="0" y="0"/>
                </a:cubicBezTo>
                <a:cubicBezTo>
                  <a:pt x="0" y="166"/>
                  <a:pt x="0" y="166"/>
                  <a:pt x="0" y="166"/>
                </a:cubicBezTo>
                <a:lnTo>
                  <a:pt x="287" y="166"/>
                </a:lnTo>
                <a:close/>
              </a:path>
            </a:pathLst>
          </a:custGeom>
          <a:solidFill>
            <a:schemeClr val="accent1"/>
          </a:solidFill>
          <a:ln>
            <a:noFill/>
          </a:ln>
        </p:spPr>
      </p:sp>
      <p:sp>
        <p:nvSpPr>
          <p:cNvPr id="6" name="Slide Number Placeholder 5"/>
          <p:cNvSpPr>
            <a:spLocks noGrp="1"/>
          </p:cNvSpPr>
          <p:nvPr>
            <p:ph type="sldNum" sz="quarter" idx="12"/>
          </p:nvPr>
        </p:nvSpPr>
        <p:spPr>
          <a:xfrm>
            <a:off x="531812" y="4529540"/>
            <a:ext cx="779767" cy="365125"/>
          </a:xfrm>
        </p:spPr>
        <p:txBody>
          <a:bodyPr/>
          <a:lstStyle/>
          <a:p>
            <a:fld id="{B95F8205-0236-4F6B-AAA2-CF929B88643C}" type="slidenum">
              <a:rPr lang="en-IN" smtClean="0"/>
              <a:t>‹#›</a:t>
            </a:fld>
            <a:endParaRPr lang="en-IN"/>
          </a:p>
        </p:txBody>
      </p:sp>
    </p:spTree>
    <p:extLst>
      <p:ext uri="{BB962C8B-B14F-4D97-AF65-F5344CB8AC3E}">
        <p14:creationId xmlns:p14="http://schemas.microsoft.com/office/powerpoint/2010/main" val="385974865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2592925" y="624110"/>
            <a:ext cx="8911687" cy="1280890"/>
          </a:xfrm>
        </p:spPr>
        <p:txBody>
          <a:bodyPr/>
          <a:lstStyle/>
          <a:p>
            <a:r>
              <a:rPr lang="en-US" smtClean="0"/>
              <a:t>Click to edit Master title style</a:t>
            </a:r>
            <a:endParaRPr lang="en-US" dirty="0"/>
          </a:p>
        </p:txBody>
      </p:sp>
      <p:sp>
        <p:nvSpPr>
          <p:cNvPr id="3" name="Content Placeholder 2"/>
          <p:cNvSpPr>
            <a:spLocks noGrp="1"/>
          </p:cNvSpPr>
          <p:nvPr>
            <p:ph idx="1"/>
          </p:nvPr>
        </p:nvSpPr>
        <p:spPr>
          <a:xfrm>
            <a:off x="2589212" y="2133600"/>
            <a:ext cx="8915400" cy="3777622"/>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88EC1668-57D9-433B-B282-7BE283FD0F28}" type="datetimeFigureOut">
              <a:rPr lang="en-IN" smtClean="0"/>
              <a:t>17-01-2022</a:t>
            </a:fld>
            <a:endParaRPr lang="en-IN"/>
          </a:p>
        </p:txBody>
      </p:sp>
      <p:sp>
        <p:nvSpPr>
          <p:cNvPr id="5" name="Footer Placeholder 4"/>
          <p:cNvSpPr>
            <a:spLocks noGrp="1"/>
          </p:cNvSpPr>
          <p:nvPr>
            <p:ph type="ftr" sz="quarter" idx="11"/>
          </p:nvPr>
        </p:nvSpPr>
        <p:spPr/>
        <p:txBody>
          <a:bodyPr/>
          <a:lstStyle/>
          <a:p>
            <a:endParaRPr lang="en-IN"/>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p:txBody>
          <a:bodyPr/>
          <a:lstStyle/>
          <a:p>
            <a:fld id="{B95F8205-0236-4F6B-AAA2-CF929B88643C}" type="slidenum">
              <a:rPr lang="en-IN" smtClean="0"/>
              <a:t>‹#›</a:t>
            </a:fld>
            <a:endParaRPr lang="en-IN"/>
          </a:p>
        </p:txBody>
      </p:sp>
    </p:spTree>
    <p:extLst>
      <p:ext uri="{BB962C8B-B14F-4D97-AF65-F5344CB8AC3E}">
        <p14:creationId xmlns:p14="http://schemas.microsoft.com/office/powerpoint/2010/main" val="41282839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589212" y="2058750"/>
            <a:ext cx="8915399" cy="1468800"/>
          </a:xfrm>
        </p:spPr>
        <p:txBody>
          <a:bodyPr anchor="b"/>
          <a:lstStyle>
            <a:lvl1pPr algn="l">
              <a:defRPr sz="4000" b="0" cap="none"/>
            </a:lvl1pPr>
          </a:lstStyle>
          <a:p>
            <a:r>
              <a:rPr lang="en-US" smtClean="0"/>
              <a:t>Click to edit Master title style</a:t>
            </a:r>
            <a:endParaRPr lang="en-US" dirty="0"/>
          </a:p>
        </p:txBody>
      </p:sp>
      <p:sp>
        <p:nvSpPr>
          <p:cNvPr id="3" name="Text Placeholder 2"/>
          <p:cNvSpPr>
            <a:spLocks noGrp="1"/>
          </p:cNvSpPr>
          <p:nvPr>
            <p:ph type="body" idx="1"/>
          </p:nvPr>
        </p:nvSpPr>
        <p:spPr>
          <a:xfrm>
            <a:off x="2589212" y="3530129"/>
            <a:ext cx="8915399" cy="860400"/>
          </a:xfrm>
        </p:spPr>
        <p:txBody>
          <a:bodyPr anchor="t"/>
          <a:lstStyle>
            <a:lvl1pPr marL="0" indent="0" algn="l">
              <a:buNone/>
              <a:defRPr sz="20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88EC1668-57D9-433B-B282-7BE283FD0F28}" type="datetimeFigureOut">
              <a:rPr lang="en-IN" smtClean="0"/>
              <a:t>17-01-2022</a:t>
            </a:fld>
            <a:endParaRPr lang="en-IN"/>
          </a:p>
        </p:txBody>
      </p:sp>
      <p:sp>
        <p:nvSpPr>
          <p:cNvPr id="5" name="Footer Placeholder 4"/>
          <p:cNvSpPr>
            <a:spLocks noGrp="1"/>
          </p:cNvSpPr>
          <p:nvPr>
            <p:ph type="ftr" sz="quarter" idx="11"/>
          </p:nvPr>
        </p:nvSpPr>
        <p:spPr/>
        <p:txBody>
          <a:bodyPr/>
          <a:lstStyle/>
          <a:p>
            <a:endParaRPr lang="en-IN"/>
          </a:p>
        </p:txBody>
      </p:sp>
      <p:sp>
        <p:nvSpPr>
          <p:cNvPr id="9"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a:xfrm>
            <a:off x="531812" y="3244139"/>
            <a:ext cx="779767" cy="365125"/>
          </a:xfrm>
        </p:spPr>
        <p:txBody>
          <a:bodyPr/>
          <a:lstStyle/>
          <a:p>
            <a:fld id="{B95F8205-0236-4F6B-AAA2-CF929B88643C}" type="slidenum">
              <a:rPr lang="en-IN" smtClean="0"/>
              <a:t>‹#›</a:t>
            </a:fld>
            <a:endParaRPr lang="en-IN"/>
          </a:p>
        </p:txBody>
      </p:sp>
    </p:spTree>
    <p:extLst>
      <p:ext uri="{BB962C8B-B14F-4D97-AF65-F5344CB8AC3E}">
        <p14:creationId xmlns:p14="http://schemas.microsoft.com/office/powerpoint/2010/main" val="33597051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sz="half" idx="1"/>
          </p:nvPr>
        </p:nvSpPr>
        <p:spPr>
          <a:xfrm>
            <a:off x="2589212" y="2133600"/>
            <a:ext cx="4313864" cy="3777622"/>
          </a:xfrm>
        </p:spPr>
        <p:txBody>
          <a:bodyPr>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Content Placeholder 3"/>
          <p:cNvSpPr>
            <a:spLocks noGrp="1"/>
          </p:cNvSpPr>
          <p:nvPr>
            <p:ph sz="half" idx="2"/>
          </p:nvPr>
        </p:nvSpPr>
        <p:spPr>
          <a:xfrm>
            <a:off x="7190747" y="2126222"/>
            <a:ext cx="4313864" cy="3777622"/>
          </a:xfrm>
        </p:spPr>
        <p:txBody>
          <a:bodyPr>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Date Placeholder 4"/>
          <p:cNvSpPr>
            <a:spLocks noGrp="1"/>
          </p:cNvSpPr>
          <p:nvPr>
            <p:ph type="dt" sz="half" idx="10"/>
          </p:nvPr>
        </p:nvSpPr>
        <p:spPr/>
        <p:txBody>
          <a:bodyPr/>
          <a:lstStyle/>
          <a:p>
            <a:fld id="{88EC1668-57D9-433B-B282-7BE283FD0F28}" type="datetimeFigureOut">
              <a:rPr lang="en-IN" smtClean="0"/>
              <a:t>17-01-2022</a:t>
            </a:fld>
            <a:endParaRPr lang="en-IN"/>
          </a:p>
        </p:txBody>
      </p:sp>
      <p:sp>
        <p:nvSpPr>
          <p:cNvPr id="6" name="Footer Placeholder 5"/>
          <p:cNvSpPr>
            <a:spLocks noGrp="1"/>
          </p:cNvSpPr>
          <p:nvPr>
            <p:ph type="ftr" sz="quarter" idx="11"/>
          </p:nvPr>
        </p:nvSpPr>
        <p:spPr/>
        <p:txBody>
          <a:bodyPr/>
          <a:lstStyle/>
          <a:p>
            <a:endParaRPr lang="en-IN"/>
          </a:p>
        </p:txBody>
      </p:sp>
      <p:sp>
        <p:nvSpPr>
          <p:cNvPr id="10"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1" name="Slide Number Placeholder 5"/>
          <p:cNvSpPr>
            <a:spLocks noGrp="1"/>
          </p:cNvSpPr>
          <p:nvPr>
            <p:ph type="sldNum" sz="quarter" idx="12"/>
          </p:nvPr>
        </p:nvSpPr>
        <p:spPr>
          <a:xfrm>
            <a:off x="531812" y="787782"/>
            <a:ext cx="779767" cy="365125"/>
          </a:xfrm>
        </p:spPr>
        <p:txBody>
          <a:bodyPr/>
          <a:lstStyle/>
          <a:p>
            <a:fld id="{B95F8205-0236-4F6B-AAA2-CF929B88643C}" type="slidenum">
              <a:rPr lang="en-IN" smtClean="0"/>
              <a:t>‹#›</a:t>
            </a:fld>
            <a:endParaRPr lang="en-IN"/>
          </a:p>
        </p:txBody>
      </p:sp>
    </p:spTree>
    <p:extLst>
      <p:ext uri="{BB962C8B-B14F-4D97-AF65-F5344CB8AC3E}">
        <p14:creationId xmlns:p14="http://schemas.microsoft.com/office/powerpoint/2010/main" val="37758690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smtClean="0"/>
              <a:t>Click to edit Master title style</a:t>
            </a:r>
            <a:endParaRPr lang="en-US" dirty="0"/>
          </a:p>
        </p:txBody>
      </p:sp>
      <p:sp>
        <p:nvSpPr>
          <p:cNvPr id="3" name="Text Placeholder 2"/>
          <p:cNvSpPr>
            <a:spLocks noGrp="1"/>
          </p:cNvSpPr>
          <p:nvPr>
            <p:ph type="body" idx="1"/>
          </p:nvPr>
        </p:nvSpPr>
        <p:spPr>
          <a:xfrm>
            <a:off x="2939373" y="1972703"/>
            <a:ext cx="3992732"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4" name="Content Placeholder 3"/>
          <p:cNvSpPr>
            <a:spLocks noGrp="1"/>
          </p:cNvSpPr>
          <p:nvPr>
            <p:ph sz="half" idx="2"/>
          </p:nvPr>
        </p:nvSpPr>
        <p:spPr>
          <a:xfrm>
            <a:off x="2589212" y="2548966"/>
            <a:ext cx="4342893" cy="3354060"/>
          </a:xfrm>
        </p:spPr>
        <p:txBody>
          <a:bodyPr>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Text Placeholder 4"/>
          <p:cNvSpPr>
            <a:spLocks noGrp="1"/>
          </p:cNvSpPr>
          <p:nvPr>
            <p:ph type="body" sz="quarter" idx="3"/>
          </p:nvPr>
        </p:nvSpPr>
        <p:spPr>
          <a:xfrm>
            <a:off x="7506629" y="1969475"/>
            <a:ext cx="3999001"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6" name="Content Placeholder 5"/>
          <p:cNvSpPr>
            <a:spLocks noGrp="1"/>
          </p:cNvSpPr>
          <p:nvPr>
            <p:ph sz="quarter" idx="4"/>
          </p:nvPr>
        </p:nvSpPr>
        <p:spPr>
          <a:xfrm>
            <a:off x="7166957" y="2545738"/>
            <a:ext cx="4338674" cy="3354060"/>
          </a:xfrm>
        </p:spPr>
        <p:txBody>
          <a:bodyPr>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7" name="Date Placeholder 6"/>
          <p:cNvSpPr>
            <a:spLocks noGrp="1"/>
          </p:cNvSpPr>
          <p:nvPr>
            <p:ph type="dt" sz="half" idx="10"/>
          </p:nvPr>
        </p:nvSpPr>
        <p:spPr/>
        <p:txBody>
          <a:bodyPr/>
          <a:lstStyle/>
          <a:p>
            <a:fld id="{88EC1668-57D9-433B-B282-7BE283FD0F28}" type="datetimeFigureOut">
              <a:rPr lang="en-IN" smtClean="0"/>
              <a:t>17-01-2022</a:t>
            </a:fld>
            <a:endParaRPr lang="en-IN"/>
          </a:p>
        </p:txBody>
      </p:sp>
      <p:sp>
        <p:nvSpPr>
          <p:cNvPr id="8" name="Footer Placeholder 7"/>
          <p:cNvSpPr>
            <a:spLocks noGrp="1"/>
          </p:cNvSpPr>
          <p:nvPr>
            <p:ph type="ftr" sz="quarter" idx="11"/>
          </p:nvPr>
        </p:nvSpPr>
        <p:spPr/>
        <p:txBody>
          <a:bodyPr/>
          <a:lstStyle/>
          <a:p>
            <a:endParaRPr lang="en-IN"/>
          </a:p>
        </p:txBody>
      </p:sp>
      <p:sp>
        <p:nvSpPr>
          <p:cNvPr id="12"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3" name="Slide Number Placeholder 5"/>
          <p:cNvSpPr>
            <a:spLocks noGrp="1"/>
          </p:cNvSpPr>
          <p:nvPr>
            <p:ph type="sldNum" sz="quarter" idx="12"/>
          </p:nvPr>
        </p:nvSpPr>
        <p:spPr>
          <a:xfrm>
            <a:off x="531812" y="787782"/>
            <a:ext cx="779767" cy="365125"/>
          </a:xfrm>
        </p:spPr>
        <p:txBody>
          <a:bodyPr/>
          <a:lstStyle/>
          <a:p>
            <a:fld id="{B95F8205-0236-4F6B-AAA2-CF929B88643C}" type="slidenum">
              <a:rPr lang="en-IN" smtClean="0"/>
              <a:t>‹#›</a:t>
            </a:fld>
            <a:endParaRPr lang="en-IN"/>
          </a:p>
        </p:txBody>
      </p:sp>
    </p:spTree>
    <p:extLst>
      <p:ext uri="{BB962C8B-B14F-4D97-AF65-F5344CB8AC3E}">
        <p14:creationId xmlns:p14="http://schemas.microsoft.com/office/powerpoint/2010/main" val="233455322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Date Placeholder 2"/>
          <p:cNvSpPr>
            <a:spLocks noGrp="1"/>
          </p:cNvSpPr>
          <p:nvPr>
            <p:ph type="dt" sz="half" idx="10"/>
          </p:nvPr>
        </p:nvSpPr>
        <p:spPr/>
        <p:txBody>
          <a:bodyPr/>
          <a:lstStyle/>
          <a:p>
            <a:fld id="{88EC1668-57D9-433B-B282-7BE283FD0F28}" type="datetimeFigureOut">
              <a:rPr lang="en-IN" smtClean="0"/>
              <a:t>17-01-2022</a:t>
            </a:fld>
            <a:endParaRPr lang="en-IN"/>
          </a:p>
        </p:txBody>
      </p:sp>
      <p:sp>
        <p:nvSpPr>
          <p:cNvPr id="4" name="Footer Placeholder 3"/>
          <p:cNvSpPr>
            <a:spLocks noGrp="1"/>
          </p:cNvSpPr>
          <p:nvPr>
            <p:ph type="ftr" sz="quarter" idx="11"/>
          </p:nvPr>
        </p:nvSpPr>
        <p:spPr/>
        <p:txBody>
          <a:bodyPr/>
          <a:lstStyle/>
          <a:p>
            <a:endParaRPr lang="en-IN"/>
          </a:p>
        </p:txBody>
      </p:sp>
      <p:sp>
        <p:nvSpPr>
          <p:cNvPr id="7"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5" name="Slide Number Placeholder 4"/>
          <p:cNvSpPr>
            <a:spLocks noGrp="1"/>
          </p:cNvSpPr>
          <p:nvPr>
            <p:ph type="sldNum" sz="quarter" idx="12"/>
          </p:nvPr>
        </p:nvSpPr>
        <p:spPr/>
        <p:txBody>
          <a:bodyPr/>
          <a:lstStyle/>
          <a:p>
            <a:fld id="{B95F8205-0236-4F6B-AAA2-CF929B88643C}" type="slidenum">
              <a:rPr lang="en-IN" smtClean="0"/>
              <a:t>‹#›</a:t>
            </a:fld>
            <a:endParaRPr lang="en-IN"/>
          </a:p>
        </p:txBody>
      </p:sp>
    </p:spTree>
    <p:extLst>
      <p:ext uri="{BB962C8B-B14F-4D97-AF65-F5344CB8AC3E}">
        <p14:creationId xmlns:p14="http://schemas.microsoft.com/office/powerpoint/2010/main" val="15385979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8EC1668-57D9-433B-B282-7BE283FD0F28}" type="datetimeFigureOut">
              <a:rPr lang="en-IN" smtClean="0"/>
              <a:t>17-01-2022</a:t>
            </a:fld>
            <a:endParaRPr lang="en-IN"/>
          </a:p>
        </p:txBody>
      </p:sp>
      <p:sp>
        <p:nvSpPr>
          <p:cNvPr id="3" name="Footer Placeholder 2"/>
          <p:cNvSpPr>
            <a:spLocks noGrp="1"/>
          </p:cNvSpPr>
          <p:nvPr>
            <p:ph type="ftr" sz="quarter" idx="11"/>
          </p:nvPr>
        </p:nvSpPr>
        <p:spPr/>
        <p:txBody>
          <a:bodyPr/>
          <a:lstStyle/>
          <a:p>
            <a:endParaRPr lang="en-IN"/>
          </a:p>
        </p:txBody>
      </p:sp>
      <p:sp>
        <p:nvSpPr>
          <p:cNvPr id="6"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4" name="Slide Number Placeholder 3"/>
          <p:cNvSpPr>
            <a:spLocks noGrp="1"/>
          </p:cNvSpPr>
          <p:nvPr>
            <p:ph type="sldNum" sz="quarter" idx="12"/>
          </p:nvPr>
        </p:nvSpPr>
        <p:spPr/>
        <p:txBody>
          <a:bodyPr/>
          <a:lstStyle/>
          <a:p>
            <a:fld id="{B95F8205-0236-4F6B-AAA2-CF929B88643C}" type="slidenum">
              <a:rPr lang="en-IN" smtClean="0"/>
              <a:t>‹#›</a:t>
            </a:fld>
            <a:endParaRPr lang="en-IN"/>
          </a:p>
        </p:txBody>
      </p:sp>
    </p:spTree>
    <p:extLst>
      <p:ext uri="{BB962C8B-B14F-4D97-AF65-F5344CB8AC3E}">
        <p14:creationId xmlns:p14="http://schemas.microsoft.com/office/powerpoint/2010/main" val="223189110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589212" y="446088"/>
            <a:ext cx="3505199" cy="976312"/>
          </a:xfrm>
        </p:spPr>
        <p:txBody>
          <a:bodyPr anchor="b"/>
          <a:lstStyle>
            <a:lvl1pPr algn="l">
              <a:defRPr sz="2000" b="0"/>
            </a:lvl1pPr>
          </a:lstStyle>
          <a:p>
            <a:r>
              <a:rPr lang="en-US" smtClean="0"/>
              <a:t>Click to edit Master title style</a:t>
            </a:r>
            <a:endParaRPr lang="en-US" dirty="0"/>
          </a:p>
        </p:txBody>
      </p:sp>
      <p:sp>
        <p:nvSpPr>
          <p:cNvPr id="3" name="Content Placeholder 2"/>
          <p:cNvSpPr>
            <a:spLocks noGrp="1"/>
          </p:cNvSpPr>
          <p:nvPr>
            <p:ph idx="1"/>
          </p:nvPr>
        </p:nvSpPr>
        <p:spPr>
          <a:xfrm>
            <a:off x="6323012" y="446088"/>
            <a:ext cx="5181600" cy="5414963"/>
          </a:xfrm>
        </p:spPr>
        <p:txBody>
          <a:bodyPr anchor="ctr">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Text Placeholder 3"/>
          <p:cNvSpPr>
            <a:spLocks noGrp="1"/>
          </p:cNvSpPr>
          <p:nvPr>
            <p:ph type="body" sz="half" idx="2"/>
          </p:nvPr>
        </p:nvSpPr>
        <p:spPr>
          <a:xfrm>
            <a:off x="2589212" y="1598613"/>
            <a:ext cx="3505199" cy="4262436"/>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Edit Master text styles</a:t>
            </a:r>
          </a:p>
        </p:txBody>
      </p:sp>
      <p:sp>
        <p:nvSpPr>
          <p:cNvPr id="5" name="Date Placeholder 4"/>
          <p:cNvSpPr>
            <a:spLocks noGrp="1"/>
          </p:cNvSpPr>
          <p:nvPr>
            <p:ph type="dt" sz="half" idx="10"/>
          </p:nvPr>
        </p:nvSpPr>
        <p:spPr/>
        <p:txBody>
          <a:bodyPr/>
          <a:lstStyle/>
          <a:p>
            <a:fld id="{88EC1668-57D9-433B-B282-7BE283FD0F28}" type="datetimeFigureOut">
              <a:rPr lang="en-IN" smtClean="0"/>
              <a:t>17-01-2022</a:t>
            </a:fld>
            <a:endParaRPr lang="en-IN"/>
          </a:p>
        </p:txBody>
      </p:sp>
      <p:sp>
        <p:nvSpPr>
          <p:cNvPr id="6" name="Footer Placeholder 5"/>
          <p:cNvSpPr>
            <a:spLocks noGrp="1"/>
          </p:cNvSpPr>
          <p:nvPr>
            <p:ph type="ftr" sz="quarter" idx="11"/>
          </p:nvPr>
        </p:nvSpPr>
        <p:spPr/>
        <p:txBody>
          <a:bodyPr/>
          <a:lstStyle/>
          <a:p>
            <a:endParaRPr lang="en-IN"/>
          </a:p>
        </p:txBody>
      </p:sp>
      <p:sp>
        <p:nvSpPr>
          <p:cNvPr id="9"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p:txBody>
          <a:bodyPr/>
          <a:lstStyle/>
          <a:p>
            <a:fld id="{B95F8205-0236-4F6B-AAA2-CF929B88643C}" type="slidenum">
              <a:rPr lang="en-IN" smtClean="0"/>
              <a:t>‹#›</a:t>
            </a:fld>
            <a:endParaRPr lang="en-IN"/>
          </a:p>
        </p:txBody>
      </p:sp>
    </p:spTree>
    <p:extLst>
      <p:ext uri="{BB962C8B-B14F-4D97-AF65-F5344CB8AC3E}">
        <p14:creationId xmlns:p14="http://schemas.microsoft.com/office/powerpoint/2010/main" val="20398769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589213" y="4800600"/>
            <a:ext cx="8915400" cy="566738"/>
          </a:xfrm>
        </p:spPr>
        <p:txBody>
          <a:bodyPr anchor="b">
            <a:normAutofit/>
          </a:bodyPr>
          <a:lstStyle>
            <a:lvl1pPr algn="l">
              <a:defRPr sz="2400" b="0"/>
            </a:lvl1pPr>
          </a:lstStyle>
          <a:p>
            <a:r>
              <a:rPr lang="en-US" smtClean="0"/>
              <a:t>Click to edit Master title style</a:t>
            </a:r>
            <a:endParaRPr lang="en-US" dirty="0"/>
          </a:p>
        </p:txBody>
      </p:sp>
      <p:sp>
        <p:nvSpPr>
          <p:cNvPr id="3" name="Picture Placeholder 2"/>
          <p:cNvSpPr>
            <a:spLocks noGrp="1" noChangeAspect="1"/>
          </p:cNvSpPr>
          <p:nvPr>
            <p:ph type="pic" idx="1"/>
          </p:nvPr>
        </p:nvSpPr>
        <p:spPr>
          <a:xfrm>
            <a:off x="2589212" y="634965"/>
            <a:ext cx="8915400" cy="3854970"/>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4" name="Text Placeholder 3"/>
          <p:cNvSpPr>
            <a:spLocks noGrp="1"/>
          </p:cNvSpPr>
          <p:nvPr>
            <p:ph type="body" sz="half" idx="2"/>
          </p:nvPr>
        </p:nvSpPr>
        <p:spPr>
          <a:xfrm>
            <a:off x="2589213" y="5367338"/>
            <a:ext cx="8915400" cy="493712"/>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Edit Master text styles</a:t>
            </a:r>
          </a:p>
        </p:txBody>
      </p:sp>
      <p:sp>
        <p:nvSpPr>
          <p:cNvPr id="5" name="Date Placeholder 4"/>
          <p:cNvSpPr>
            <a:spLocks noGrp="1"/>
          </p:cNvSpPr>
          <p:nvPr>
            <p:ph type="dt" sz="half" idx="10"/>
          </p:nvPr>
        </p:nvSpPr>
        <p:spPr/>
        <p:txBody>
          <a:bodyPr/>
          <a:lstStyle/>
          <a:p>
            <a:fld id="{88EC1668-57D9-433B-B282-7BE283FD0F28}" type="datetimeFigureOut">
              <a:rPr lang="en-IN" smtClean="0"/>
              <a:t>17-01-2022</a:t>
            </a:fld>
            <a:endParaRPr lang="en-IN"/>
          </a:p>
        </p:txBody>
      </p:sp>
      <p:sp>
        <p:nvSpPr>
          <p:cNvPr id="6" name="Footer Placeholder 5"/>
          <p:cNvSpPr>
            <a:spLocks noGrp="1"/>
          </p:cNvSpPr>
          <p:nvPr>
            <p:ph type="ftr" sz="quarter" idx="11"/>
          </p:nvPr>
        </p:nvSpPr>
        <p:spPr/>
        <p:txBody>
          <a:bodyPr/>
          <a:lstStyle/>
          <a:p>
            <a:endParaRPr lang="en-IN"/>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2" y="4983087"/>
            <a:ext cx="779767" cy="365125"/>
          </a:xfrm>
        </p:spPr>
        <p:txBody>
          <a:bodyPr/>
          <a:lstStyle/>
          <a:p>
            <a:fld id="{B95F8205-0236-4F6B-AAA2-CF929B88643C}" type="slidenum">
              <a:rPr lang="en-IN" smtClean="0"/>
              <a:t>‹#›</a:t>
            </a:fld>
            <a:endParaRPr lang="en-IN"/>
          </a:p>
        </p:txBody>
      </p:sp>
    </p:spTree>
    <p:extLst>
      <p:ext uri="{BB962C8B-B14F-4D97-AF65-F5344CB8AC3E}">
        <p14:creationId xmlns:p14="http://schemas.microsoft.com/office/powerpoint/2010/main" val="117636164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2589212" y="609600"/>
            <a:ext cx="8915399" cy="3117040"/>
          </a:xfrm>
        </p:spPr>
        <p:txBody>
          <a:bodyPr anchor="ctr">
            <a:normAutofit/>
          </a:bodyPr>
          <a:lstStyle>
            <a:lvl1pPr algn="l">
              <a:defRPr sz="4800" b="0" cap="none"/>
            </a:lvl1pPr>
          </a:lstStyle>
          <a:p>
            <a:r>
              <a:rPr lang="en-US" smtClean="0"/>
              <a:t>Click to edit Master title style</a:t>
            </a:r>
            <a:endParaRPr lang="en-US" dirty="0"/>
          </a:p>
        </p:txBody>
      </p:sp>
      <p:sp>
        <p:nvSpPr>
          <p:cNvPr id="3" name="Text Placeholder 2"/>
          <p:cNvSpPr>
            <a:spLocks noGrp="1"/>
          </p:cNvSpPr>
          <p:nvPr>
            <p:ph type="body" idx="1"/>
          </p:nvPr>
        </p:nvSpPr>
        <p:spPr>
          <a:xfrm>
            <a:off x="2589212" y="4354046"/>
            <a:ext cx="8915399" cy="1555864"/>
          </a:xfrm>
        </p:spPr>
        <p:txBody>
          <a:bodyPr anchor="ctr">
            <a:normAutofit/>
          </a:bodyPr>
          <a:lstStyle>
            <a:lvl1pPr marL="0" indent="0" algn="l">
              <a:buNone/>
              <a:defRPr sz="18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88EC1668-57D9-433B-B282-7BE283FD0F28}" type="datetimeFigureOut">
              <a:rPr lang="en-IN" smtClean="0"/>
              <a:t>17-01-2022</a:t>
            </a:fld>
            <a:endParaRPr lang="en-IN"/>
          </a:p>
        </p:txBody>
      </p:sp>
      <p:sp>
        <p:nvSpPr>
          <p:cNvPr id="5" name="Footer Placeholder 4"/>
          <p:cNvSpPr>
            <a:spLocks noGrp="1"/>
          </p:cNvSpPr>
          <p:nvPr>
            <p:ph type="ftr" sz="quarter" idx="11"/>
          </p:nvPr>
        </p:nvSpPr>
        <p:spPr/>
        <p:txBody>
          <a:bodyPr/>
          <a:lstStyle/>
          <a:p>
            <a:endParaRPr lang="en-IN"/>
          </a:p>
        </p:txBody>
      </p:sp>
      <p:sp>
        <p:nvSpPr>
          <p:cNvPr id="9"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a:xfrm>
            <a:off x="531812" y="3244139"/>
            <a:ext cx="779767" cy="365125"/>
          </a:xfrm>
        </p:spPr>
        <p:txBody>
          <a:bodyPr/>
          <a:lstStyle/>
          <a:p>
            <a:fld id="{B95F8205-0236-4F6B-AAA2-CF929B88643C}" type="slidenum">
              <a:rPr lang="en-IN" smtClean="0"/>
              <a:t>‹#›</a:t>
            </a:fld>
            <a:endParaRPr lang="en-IN"/>
          </a:p>
        </p:txBody>
      </p:sp>
    </p:spTree>
    <p:extLst>
      <p:ext uri="{BB962C8B-B14F-4D97-AF65-F5344CB8AC3E}">
        <p14:creationId xmlns:p14="http://schemas.microsoft.com/office/powerpoint/2010/main" val="1276574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849949" y="609600"/>
            <a:ext cx="8393926" cy="2895600"/>
          </a:xfrm>
        </p:spPr>
        <p:txBody>
          <a:bodyPr anchor="ctr">
            <a:normAutofit/>
          </a:bodyPr>
          <a:lstStyle>
            <a:lvl1pPr algn="l">
              <a:defRPr sz="4800" b="0" cap="none"/>
            </a:lvl1pPr>
          </a:lstStyle>
          <a:p>
            <a:r>
              <a:rPr lang="en-US" smtClean="0"/>
              <a:t>Click to edit Master title style</a:t>
            </a:r>
            <a:endParaRPr lang="en-US" dirty="0"/>
          </a:p>
        </p:txBody>
      </p:sp>
      <p:sp>
        <p:nvSpPr>
          <p:cNvPr id="13" name="Text Placeholder 9"/>
          <p:cNvSpPr>
            <a:spLocks noGrp="1"/>
          </p:cNvSpPr>
          <p:nvPr>
            <p:ph type="body" sz="quarter" idx="13"/>
          </p:nvPr>
        </p:nvSpPr>
        <p:spPr>
          <a:xfrm>
            <a:off x="3275012" y="3505200"/>
            <a:ext cx="753655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smtClean="0"/>
              <a:t>Edit Master text styles</a:t>
            </a:r>
          </a:p>
        </p:txBody>
      </p:sp>
      <p:sp>
        <p:nvSpPr>
          <p:cNvPr id="3" name="Text Placeholder 2"/>
          <p:cNvSpPr>
            <a:spLocks noGrp="1"/>
          </p:cNvSpPr>
          <p:nvPr>
            <p:ph type="body" idx="1"/>
          </p:nvPr>
        </p:nvSpPr>
        <p:spPr>
          <a:xfrm>
            <a:off x="2589212" y="4354046"/>
            <a:ext cx="8915399" cy="1555864"/>
          </a:xfrm>
        </p:spPr>
        <p:txBody>
          <a:bodyPr anchor="ctr">
            <a:normAutofit/>
          </a:bodyPr>
          <a:lstStyle>
            <a:lvl1pPr marL="0" indent="0" algn="l">
              <a:buNone/>
              <a:defRPr sz="18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88EC1668-57D9-433B-B282-7BE283FD0F28}" type="datetimeFigureOut">
              <a:rPr lang="en-IN" smtClean="0"/>
              <a:t>17-01-2022</a:t>
            </a:fld>
            <a:endParaRPr lang="en-IN"/>
          </a:p>
        </p:txBody>
      </p:sp>
      <p:sp>
        <p:nvSpPr>
          <p:cNvPr id="5" name="Footer Placeholder 4"/>
          <p:cNvSpPr>
            <a:spLocks noGrp="1"/>
          </p:cNvSpPr>
          <p:nvPr>
            <p:ph type="ftr" sz="quarter" idx="11"/>
          </p:nvPr>
        </p:nvSpPr>
        <p:spPr/>
        <p:txBody>
          <a:bodyPr/>
          <a:lstStyle/>
          <a:p>
            <a:endParaRPr lang="en-IN"/>
          </a:p>
        </p:txBody>
      </p:sp>
      <p:sp>
        <p:nvSpPr>
          <p:cNvPr id="11"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a:xfrm>
            <a:off x="531812" y="3244139"/>
            <a:ext cx="779767" cy="365125"/>
          </a:xfrm>
        </p:spPr>
        <p:txBody>
          <a:bodyPr/>
          <a:lstStyle/>
          <a:p>
            <a:fld id="{B95F8205-0236-4F6B-AAA2-CF929B88643C}" type="slidenum">
              <a:rPr lang="en-IN" smtClean="0"/>
              <a:t>‹#›</a:t>
            </a:fld>
            <a:endParaRPr lang="en-IN"/>
          </a:p>
        </p:txBody>
      </p:sp>
      <p:sp>
        <p:nvSpPr>
          <p:cNvPr id="14" name="TextBox 13"/>
          <p:cNvSpPr txBox="1"/>
          <p:nvPr/>
        </p:nvSpPr>
        <p:spPr>
          <a:xfrm>
            <a:off x="2467652" y="648005"/>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15" name="TextBox 14"/>
          <p:cNvSpPr txBox="1"/>
          <p:nvPr/>
        </p:nvSpPr>
        <p:spPr>
          <a:xfrm>
            <a:off x="11114852" y="290530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extLst>
      <p:ext uri="{BB962C8B-B14F-4D97-AF65-F5344CB8AC3E}">
        <p14:creationId xmlns:p14="http://schemas.microsoft.com/office/powerpoint/2010/main" val="380823048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2589213" y="2438400"/>
            <a:ext cx="8915400" cy="2724845"/>
          </a:xfrm>
        </p:spPr>
        <p:txBody>
          <a:bodyPr anchor="b">
            <a:normAutofit/>
          </a:bodyPr>
          <a:lstStyle>
            <a:lvl1pPr algn="l">
              <a:defRPr sz="4800" b="0"/>
            </a:lvl1pPr>
          </a:lstStyle>
          <a:p>
            <a:r>
              <a:rPr lang="en-US" smtClean="0"/>
              <a:t>Click to edit Master title style</a:t>
            </a:r>
            <a:endParaRPr lang="en-US" dirty="0"/>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smtClean="0"/>
              <a:t>Edit Master text styles</a:t>
            </a:r>
          </a:p>
        </p:txBody>
      </p:sp>
      <p:sp>
        <p:nvSpPr>
          <p:cNvPr id="5" name="Date Placeholder 4"/>
          <p:cNvSpPr>
            <a:spLocks noGrp="1"/>
          </p:cNvSpPr>
          <p:nvPr>
            <p:ph type="dt" sz="half" idx="10"/>
          </p:nvPr>
        </p:nvSpPr>
        <p:spPr/>
        <p:txBody>
          <a:bodyPr/>
          <a:lstStyle/>
          <a:p>
            <a:fld id="{88EC1668-57D9-433B-B282-7BE283FD0F28}" type="datetimeFigureOut">
              <a:rPr lang="en-IN" smtClean="0"/>
              <a:t>17-01-2022</a:t>
            </a:fld>
            <a:endParaRPr lang="en-IN"/>
          </a:p>
        </p:txBody>
      </p:sp>
      <p:sp>
        <p:nvSpPr>
          <p:cNvPr id="6" name="Footer Placeholder 5"/>
          <p:cNvSpPr>
            <a:spLocks noGrp="1"/>
          </p:cNvSpPr>
          <p:nvPr>
            <p:ph type="ftr" sz="quarter" idx="11"/>
          </p:nvPr>
        </p:nvSpPr>
        <p:spPr/>
        <p:txBody>
          <a:bodyPr/>
          <a:lstStyle/>
          <a:p>
            <a:endParaRPr lang="en-IN"/>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2" y="4983087"/>
            <a:ext cx="779767" cy="365125"/>
          </a:xfrm>
        </p:spPr>
        <p:txBody>
          <a:bodyPr/>
          <a:lstStyle/>
          <a:p>
            <a:fld id="{B95F8205-0236-4F6B-AAA2-CF929B88643C}" type="slidenum">
              <a:rPr lang="en-IN" smtClean="0"/>
              <a:t>‹#›</a:t>
            </a:fld>
            <a:endParaRPr lang="en-IN"/>
          </a:p>
        </p:txBody>
      </p:sp>
    </p:spTree>
    <p:extLst>
      <p:ext uri="{BB962C8B-B14F-4D97-AF65-F5344CB8AC3E}">
        <p14:creationId xmlns:p14="http://schemas.microsoft.com/office/powerpoint/2010/main" val="360432638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12" name="Title 1"/>
          <p:cNvSpPr>
            <a:spLocks noGrp="1"/>
          </p:cNvSpPr>
          <p:nvPr>
            <p:ph type="title"/>
          </p:nvPr>
        </p:nvSpPr>
        <p:spPr>
          <a:xfrm>
            <a:off x="2849949" y="609600"/>
            <a:ext cx="8393926" cy="2895600"/>
          </a:xfrm>
        </p:spPr>
        <p:txBody>
          <a:bodyPr anchor="ctr">
            <a:normAutofit/>
          </a:bodyPr>
          <a:lstStyle>
            <a:lvl1pPr algn="l">
              <a:defRPr sz="4800" b="0" cap="none"/>
            </a:lvl1pPr>
          </a:lstStyle>
          <a:p>
            <a:r>
              <a:rPr lang="en-US" smtClean="0"/>
              <a:t>Click to edit Master title style</a:t>
            </a:r>
            <a:endParaRPr lang="en-US" dirty="0"/>
          </a:p>
        </p:txBody>
      </p:sp>
      <p:sp>
        <p:nvSpPr>
          <p:cNvPr id="21" name="Text Placeholder 9"/>
          <p:cNvSpPr>
            <a:spLocks noGrp="1"/>
          </p:cNvSpPr>
          <p:nvPr>
            <p:ph type="body" sz="quarter" idx="13"/>
          </p:nvPr>
        </p:nvSpPr>
        <p:spPr>
          <a:xfrm>
            <a:off x="2589212" y="4343400"/>
            <a:ext cx="8915400" cy="838200"/>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smtClean="0"/>
              <a:t>Edit Master text styles</a:t>
            </a:r>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smtClean="0"/>
              <a:t>Edit Master text styles</a:t>
            </a:r>
          </a:p>
        </p:txBody>
      </p:sp>
      <p:sp>
        <p:nvSpPr>
          <p:cNvPr id="5" name="Date Placeholder 4"/>
          <p:cNvSpPr>
            <a:spLocks noGrp="1"/>
          </p:cNvSpPr>
          <p:nvPr>
            <p:ph type="dt" sz="half" idx="10"/>
          </p:nvPr>
        </p:nvSpPr>
        <p:spPr/>
        <p:txBody>
          <a:bodyPr/>
          <a:lstStyle/>
          <a:p>
            <a:fld id="{88EC1668-57D9-433B-B282-7BE283FD0F28}" type="datetimeFigureOut">
              <a:rPr lang="en-IN" smtClean="0"/>
              <a:t>17-01-2022</a:t>
            </a:fld>
            <a:endParaRPr lang="en-IN"/>
          </a:p>
        </p:txBody>
      </p:sp>
      <p:sp>
        <p:nvSpPr>
          <p:cNvPr id="6" name="Footer Placeholder 5"/>
          <p:cNvSpPr>
            <a:spLocks noGrp="1"/>
          </p:cNvSpPr>
          <p:nvPr>
            <p:ph type="ftr" sz="quarter" idx="11"/>
          </p:nvPr>
        </p:nvSpPr>
        <p:spPr/>
        <p:txBody>
          <a:bodyPr/>
          <a:lstStyle/>
          <a:p>
            <a:endParaRPr lang="en-IN"/>
          </a:p>
        </p:txBody>
      </p:sp>
      <p:sp>
        <p:nvSpPr>
          <p:cNvPr id="11"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2" y="4983087"/>
            <a:ext cx="779767" cy="365125"/>
          </a:xfrm>
        </p:spPr>
        <p:txBody>
          <a:bodyPr/>
          <a:lstStyle/>
          <a:p>
            <a:fld id="{B95F8205-0236-4F6B-AAA2-CF929B88643C}" type="slidenum">
              <a:rPr lang="en-IN" smtClean="0"/>
              <a:t>‹#›</a:t>
            </a:fld>
            <a:endParaRPr lang="en-IN"/>
          </a:p>
        </p:txBody>
      </p:sp>
      <p:sp>
        <p:nvSpPr>
          <p:cNvPr id="17" name="TextBox 16"/>
          <p:cNvSpPr txBox="1"/>
          <p:nvPr/>
        </p:nvSpPr>
        <p:spPr>
          <a:xfrm>
            <a:off x="2467652" y="648005"/>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18" name="TextBox 17"/>
          <p:cNvSpPr txBox="1"/>
          <p:nvPr/>
        </p:nvSpPr>
        <p:spPr>
          <a:xfrm>
            <a:off x="11114852" y="290530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extLst>
      <p:ext uri="{BB962C8B-B14F-4D97-AF65-F5344CB8AC3E}">
        <p14:creationId xmlns:p14="http://schemas.microsoft.com/office/powerpoint/2010/main" val="94570560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2589212" y="627407"/>
            <a:ext cx="8915399" cy="2880020"/>
          </a:xfrm>
        </p:spPr>
        <p:txBody>
          <a:bodyPr anchor="ctr">
            <a:normAutofit/>
          </a:bodyPr>
          <a:lstStyle>
            <a:lvl1pPr algn="l">
              <a:defRPr sz="4800" b="0"/>
            </a:lvl1pPr>
          </a:lstStyle>
          <a:p>
            <a:r>
              <a:rPr lang="en-US" smtClean="0"/>
              <a:t>Click to edit Master title style</a:t>
            </a:r>
            <a:endParaRPr lang="en-US" dirty="0"/>
          </a:p>
        </p:txBody>
      </p:sp>
      <p:sp>
        <p:nvSpPr>
          <p:cNvPr id="21" name="Text Placeholder 9"/>
          <p:cNvSpPr>
            <a:spLocks noGrp="1"/>
          </p:cNvSpPr>
          <p:nvPr>
            <p:ph type="body" sz="quarter" idx="13"/>
          </p:nvPr>
        </p:nvSpPr>
        <p:spPr>
          <a:xfrm>
            <a:off x="2589212" y="4343400"/>
            <a:ext cx="8915400" cy="838200"/>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smtClean="0"/>
              <a:t>Edit Master text styles</a:t>
            </a:r>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smtClean="0"/>
              <a:t>Edit Master text styles</a:t>
            </a:r>
          </a:p>
        </p:txBody>
      </p:sp>
      <p:sp>
        <p:nvSpPr>
          <p:cNvPr id="5" name="Date Placeholder 4"/>
          <p:cNvSpPr>
            <a:spLocks noGrp="1"/>
          </p:cNvSpPr>
          <p:nvPr>
            <p:ph type="dt" sz="half" idx="10"/>
          </p:nvPr>
        </p:nvSpPr>
        <p:spPr/>
        <p:txBody>
          <a:bodyPr/>
          <a:lstStyle/>
          <a:p>
            <a:fld id="{88EC1668-57D9-433B-B282-7BE283FD0F28}" type="datetimeFigureOut">
              <a:rPr lang="en-IN" smtClean="0"/>
              <a:t>17-01-2022</a:t>
            </a:fld>
            <a:endParaRPr lang="en-IN"/>
          </a:p>
        </p:txBody>
      </p:sp>
      <p:sp>
        <p:nvSpPr>
          <p:cNvPr id="6" name="Footer Placeholder 5"/>
          <p:cNvSpPr>
            <a:spLocks noGrp="1"/>
          </p:cNvSpPr>
          <p:nvPr>
            <p:ph type="ftr" sz="quarter" idx="11"/>
          </p:nvPr>
        </p:nvSpPr>
        <p:spPr/>
        <p:txBody>
          <a:bodyPr/>
          <a:lstStyle/>
          <a:p>
            <a:endParaRPr lang="en-IN"/>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2" y="4983087"/>
            <a:ext cx="779767" cy="365125"/>
          </a:xfrm>
        </p:spPr>
        <p:txBody>
          <a:bodyPr/>
          <a:lstStyle/>
          <a:p>
            <a:fld id="{B95F8205-0236-4F6B-AAA2-CF929B88643C}" type="slidenum">
              <a:rPr lang="en-IN" smtClean="0"/>
              <a:t>‹#›</a:t>
            </a:fld>
            <a:endParaRPr lang="en-IN"/>
          </a:p>
        </p:txBody>
      </p:sp>
    </p:spTree>
    <p:extLst>
      <p:ext uri="{BB962C8B-B14F-4D97-AF65-F5344CB8AC3E}">
        <p14:creationId xmlns:p14="http://schemas.microsoft.com/office/powerpoint/2010/main" val="199373104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88EC1668-57D9-433B-B282-7BE283FD0F28}" type="datetimeFigureOut">
              <a:rPr lang="en-IN" smtClean="0"/>
              <a:t>17-01-2022</a:t>
            </a:fld>
            <a:endParaRPr lang="en-IN"/>
          </a:p>
        </p:txBody>
      </p:sp>
      <p:sp>
        <p:nvSpPr>
          <p:cNvPr id="5" name="Footer Placeholder 4"/>
          <p:cNvSpPr>
            <a:spLocks noGrp="1"/>
          </p:cNvSpPr>
          <p:nvPr>
            <p:ph type="ftr" sz="quarter" idx="11"/>
          </p:nvPr>
        </p:nvSpPr>
        <p:spPr/>
        <p:txBody>
          <a:bodyPr/>
          <a:lstStyle/>
          <a:p>
            <a:endParaRPr lang="en-IN"/>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p:txBody>
          <a:bodyPr/>
          <a:lstStyle/>
          <a:p>
            <a:fld id="{B95F8205-0236-4F6B-AAA2-CF929B88643C}" type="slidenum">
              <a:rPr lang="en-IN" smtClean="0"/>
              <a:t>‹#›</a:t>
            </a:fld>
            <a:endParaRPr lang="en-IN"/>
          </a:p>
        </p:txBody>
      </p:sp>
    </p:spTree>
    <p:extLst>
      <p:ext uri="{BB962C8B-B14F-4D97-AF65-F5344CB8AC3E}">
        <p14:creationId xmlns:p14="http://schemas.microsoft.com/office/powerpoint/2010/main" val="314328282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294812" y="627405"/>
            <a:ext cx="2207601" cy="5283817"/>
          </a:xfrm>
        </p:spPr>
        <p:txBody>
          <a:bodyPr vert="eaVert" anchor="ctr"/>
          <a:lstStyle/>
          <a:p>
            <a:r>
              <a:rPr lang="en-US" smtClean="0"/>
              <a:t>Click to edit Master title style</a:t>
            </a:r>
            <a:endParaRPr lang="en-US" dirty="0"/>
          </a:p>
        </p:txBody>
      </p:sp>
      <p:sp>
        <p:nvSpPr>
          <p:cNvPr id="3" name="Vertical Text Placeholder 2"/>
          <p:cNvSpPr>
            <a:spLocks noGrp="1"/>
          </p:cNvSpPr>
          <p:nvPr>
            <p:ph type="body" orient="vert" idx="1"/>
          </p:nvPr>
        </p:nvSpPr>
        <p:spPr>
          <a:xfrm>
            <a:off x="2589212" y="627405"/>
            <a:ext cx="6477000" cy="5283817"/>
          </a:xfrm>
        </p:spPr>
        <p:txBody>
          <a:bodyPr vert="eaVe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88EC1668-57D9-433B-B282-7BE283FD0F28}" type="datetimeFigureOut">
              <a:rPr lang="en-IN" smtClean="0"/>
              <a:t>17-01-2022</a:t>
            </a:fld>
            <a:endParaRPr lang="en-IN"/>
          </a:p>
        </p:txBody>
      </p:sp>
      <p:sp>
        <p:nvSpPr>
          <p:cNvPr id="5" name="Footer Placeholder 4"/>
          <p:cNvSpPr>
            <a:spLocks noGrp="1"/>
          </p:cNvSpPr>
          <p:nvPr>
            <p:ph type="ftr" sz="quarter" idx="11"/>
          </p:nvPr>
        </p:nvSpPr>
        <p:spPr/>
        <p:txBody>
          <a:bodyPr/>
          <a:lstStyle/>
          <a:p>
            <a:endParaRPr lang="en-IN"/>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p:txBody>
          <a:bodyPr/>
          <a:lstStyle/>
          <a:p>
            <a:fld id="{B95F8205-0236-4F6B-AAA2-CF929B88643C}" type="slidenum">
              <a:rPr lang="en-IN" smtClean="0"/>
              <a:t>‹#›</a:t>
            </a:fld>
            <a:endParaRPr lang="en-IN"/>
          </a:p>
        </p:txBody>
      </p:sp>
    </p:spTree>
    <p:extLst>
      <p:ext uri="{BB962C8B-B14F-4D97-AF65-F5344CB8AC3E}">
        <p14:creationId xmlns:p14="http://schemas.microsoft.com/office/powerpoint/2010/main" val="310713017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grpSp>
        <p:nvGrpSpPr>
          <p:cNvPr id="23" name="Group 22"/>
          <p:cNvGrpSpPr/>
          <p:nvPr/>
        </p:nvGrpSpPr>
        <p:grpSpPr>
          <a:xfrm>
            <a:off x="1" y="228600"/>
            <a:ext cx="2851516" cy="6638628"/>
            <a:chOff x="2487613" y="285750"/>
            <a:chExt cx="2428875" cy="5654676"/>
          </a:xfrm>
        </p:grpSpPr>
        <p:sp>
          <p:nvSpPr>
            <p:cNvPr id="24" name="Freeform 11"/>
            <p:cNvSpPr/>
            <p:nvPr/>
          </p:nvSpPr>
          <p:spPr bwMode="auto">
            <a:xfrm>
              <a:off x="2487613" y="2284413"/>
              <a:ext cx="85725" cy="533400"/>
            </a:xfrm>
            <a:custGeom>
              <a:avLst/>
              <a:gdLst/>
              <a:ahLst/>
              <a:cxnLst/>
              <a:rect l="0" t="0" r="r" b="b"/>
              <a:pathLst>
                <a:path w="22" h="136">
                  <a:moveTo>
                    <a:pt x="22" y="136"/>
                  </a:moveTo>
                  <a:cubicBezTo>
                    <a:pt x="20" y="117"/>
                    <a:pt x="19" y="99"/>
                    <a:pt x="17" y="80"/>
                  </a:cubicBezTo>
                  <a:cubicBezTo>
                    <a:pt x="11" y="54"/>
                    <a:pt x="6" y="27"/>
                    <a:pt x="0" y="0"/>
                  </a:cubicBezTo>
                  <a:cubicBezTo>
                    <a:pt x="0" y="35"/>
                    <a:pt x="0" y="35"/>
                    <a:pt x="0" y="35"/>
                  </a:cubicBezTo>
                  <a:cubicBezTo>
                    <a:pt x="6" y="64"/>
                    <a:pt x="13" y="94"/>
                    <a:pt x="20" y="124"/>
                  </a:cubicBezTo>
                  <a:cubicBezTo>
                    <a:pt x="20" y="128"/>
                    <a:pt x="21" y="132"/>
                    <a:pt x="22" y="136"/>
                  </a:cubicBezTo>
                  <a:close/>
                </a:path>
              </a:pathLst>
            </a:custGeom>
            <a:solidFill>
              <a:schemeClr val="tx2">
                <a:alpha val="20000"/>
              </a:schemeClr>
            </a:solidFill>
            <a:ln>
              <a:noFill/>
            </a:ln>
          </p:spPr>
        </p:sp>
        <p:sp>
          <p:nvSpPr>
            <p:cNvPr id="25" name="Freeform 12"/>
            <p:cNvSpPr/>
            <p:nvPr/>
          </p:nvSpPr>
          <p:spPr bwMode="auto">
            <a:xfrm>
              <a:off x="2597151" y="2779713"/>
              <a:ext cx="550863" cy="1978025"/>
            </a:xfrm>
            <a:custGeom>
              <a:avLst/>
              <a:gdLst/>
              <a:ahLst/>
              <a:cxnLst/>
              <a:rect l="0" t="0" r="r" b="b"/>
              <a:pathLst>
                <a:path w="140" h="504">
                  <a:moveTo>
                    <a:pt x="86" y="350"/>
                  </a:moveTo>
                  <a:cubicBezTo>
                    <a:pt x="103" y="402"/>
                    <a:pt x="120" y="453"/>
                    <a:pt x="139" y="504"/>
                  </a:cubicBezTo>
                  <a:cubicBezTo>
                    <a:pt x="139" y="495"/>
                    <a:pt x="139" y="487"/>
                    <a:pt x="140" y="478"/>
                  </a:cubicBezTo>
                  <a:cubicBezTo>
                    <a:pt x="124" y="435"/>
                    <a:pt x="109" y="391"/>
                    <a:pt x="95" y="347"/>
                  </a:cubicBezTo>
                  <a:cubicBezTo>
                    <a:pt x="58" y="233"/>
                    <a:pt x="27" y="117"/>
                    <a:pt x="0" y="0"/>
                  </a:cubicBezTo>
                  <a:cubicBezTo>
                    <a:pt x="2" y="20"/>
                    <a:pt x="4" y="41"/>
                    <a:pt x="6" y="61"/>
                  </a:cubicBezTo>
                  <a:cubicBezTo>
                    <a:pt x="30" y="158"/>
                    <a:pt x="56" y="255"/>
                    <a:pt x="86" y="350"/>
                  </a:cubicBezTo>
                  <a:close/>
                </a:path>
              </a:pathLst>
            </a:custGeom>
            <a:solidFill>
              <a:schemeClr val="tx2">
                <a:alpha val="20000"/>
              </a:schemeClr>
            </a:solidFill>
            <a:ln>
              <a:noFill/>
            </a:ln>
          </p:spPr>
        </p:sp>
        <p:sp>
          <p:nvSpPr>
            <p:cNvPr id="26" name="Freeform 13"/>
            <p:cNvSpPr/>
            <p:nvPr/>
          </p:nvSpPr>
          <p:spPr bwMode="auto">
            <a:xfrm>
              <a:off x="3175001" y="4730750"/>
              <a:ext cx="519113" cy="1209675"/>
            </a:xfrm>
            <a:custGeom>
              <a:avLst/>
              <a:gdLst/>
              <a:ahLst/>
              <a:cxnLst/>
              <a:rect l="0" t="0" r="r" b="b"/>
              <a:pathLst>
                <a:path w="132" h="308">
                  <a:moveTo>
                    <a:pt x="8" y="22"/>
                  </a:moveTo>
                  <a:cubicBezTo>
                    <a:pt x="5" y="15"/>
                    <a:pt x="2" y="8"/>
                    <a:pt x="0" y="0"/>
                  </a:cubicBezTo>
                  <a:cubicBezTo>
                    <a:pt x="0" y="10"/>
                    <a:pt x="0" y="19"/>
                    <a:pt x="0" y="29"/>
                  </a:cubicBezTo>
                  <a:cubicBezTo>
                    <a:pt x="21" y="85"/>
                    <a:pt x="44" y="140"/>
                    <a:pt x="68" y="194"/>
                  </a:cubicBezTo>
                  <a:cubicBezTo>
                    <a:pt x="85" y="232"/>
                    <a:pt x="104" y="270"/>
                    <a:pt x="123" y="308"/>
                  </a:cubicBezTo>
                  <a:cubicBezTo>
                    <a:pt x="132" y="308"/>
                    <a:pt x="132" y="308"/>
                    <a:pt x="132" y="308"/>
                  </a:cubicBezTo>
                  <a:cubicBezTo>
                    <a:pt x="113" y="269"/>
                    <a:pt x="94" y="230"/>
                    <a:pt x="77" y="190"/>
                  </a:cubicBezTo>
                  <a:cubicBezTo>
                    <a:pt x="52" y="135"/>
                    <a:pt x="29" y="79"/>
                    <a:pt x="8" y="22"/>
                  </a:cubicBezTo>
                  <a:close/>
                </a:path>
              </a:pathLst>
            </a:custGeom>
            <a:solidFill>
              <a:schemeClr val="tx2">
                <a:alpha val="20000"/>
              </a:schemeClr>
            </a:solidFill>
            <a:ln>
              <a:noFill/>
            </a:ln>
          </p:spPr>
        </p:sp>
        <p:sp>
          <p:nvSpPr>
            <p:cNvPr id="27" name="Freeform 14"/>
            <p:cNvSpPr/>
            <p:nvPr/>
          </p:nvSpPr>
          <p:spPr bwMode="auto">
            <a:xfrm>
              <a:off x="3305176" y="5630863"/>
              <a:ext cx="146050" cy="309563"/>
            </a:xfrm>
            <a:custGeom>
              <a:avLst/>
              <a:gdLst/>
              <a:ahLst/>
              <a:cxnLst/>
              <a:rect l="0" t="0" r="r" b="b"/>
              <a:pathLst>
                <a:path w="37" h="79">
                  <a:moveTo>
                    <a:pt x="28" y="79"/>
                  </a:moveTo>
                  <a:cubicBezTo>
                    <a:pt x="37" y="79"/>
                    <a:pt x="37" y="79"/>
                    <a:pt x="37" y="79"/>
                  </a:cubicBezTo>
                  <a:cubicBezTo>
                    <a:pt x="24" y="53"/>
                    <a:pt x="12" y="27"/>
                    <a:pt x="0" y="0"/>
                  </a:cubicBezTo>
                  <a:cubicBezTo>
                    <a:pt x="8" y="27"/>
                    <a:pt x="17" y="53"/>
                    <a:pt x="28" y="79"/>
                  </a:cubicBezTo>
                  <a:close/>
                </a:path>
              </a:pathLst>
            </a:custGeom>
            <a:solidFill>
              <a:schemeClr val="tx2">
                <a:alpha val="20000"/>
              </a:schemeClr>
            </a:solidFill>
            <a:ln>
              <a:noFill/>
            </a:ln>
          </p:spPr>
        </p:sp>
        <p:sp>
          <p:nvSpPr>
            <p:cNvPr id="28" name="Freeform 15"/>
            <p:cNvSpPr/>
            <p:nvPr/>
          </p:nvSpPr>
          <p:spPr bwMode="auto">
            <a:xfrm>
              <a:off x="2573338" y="2817813"/>
              <a:ext cx="700088" cy="2835275"/>
            </a:xfrm>
            <a:custGeom>
              <a:avLst/>
              <a:gdLst/>
              <a:ahLst/>
              <a:cxnLst/>
              <a:rect l="0" t="0" r="r" b="b"/>
              <a:pathLst>
                <a:path w="178" h="722">
                  <a:moveTo>
                    <a:pt x="162" y="660"/>
                  </a:moveTo>
                  <a:cubicBezTo>
                    <a:pt x="145" y="618"/>
                    <a:pt x="130" y="576"/>
                    <a:pt x="116" y="534"/>
                  </a:cubicBezTo>
                  <a:cubicBezTo>
                    <a:pt x="84" y="437"/>
                    <a:pt x="59" y="337"/>
                    <a:pt x="40" y="236"/>
                  </a:cubicBezTo>
                  <a:cubicBezTo>
                    <a:pt x="29" y="175"/>
                    <a:pt x="20" y="113"/>
                    <a:pt x="12" y="51"/>
                  </a:cubicBezTo>
                  <a:cubicBezTo>
                    <a:pt x="8" y="34"/>
                    <a:pt x="4" y="17"/>
                    <a:pt x="0" y="0"/>
                  </a:cubicBezTo>
                  <a:cubicBezTo>
                    <a:pt x="8" y="79"/>
                    <a:pt x="19" y="159"/>
                    <a:pt x="33" y="237"/>
                  </a:cubicBezTo>
                  <a:cubicBezTo>
                    <a:pt x="51" y="339"/>
                    <a:pt x="76" y="439"/>
                    <a:pt x="107" y="537"/>
                  </a:cubicBezTo>
                  <a:cubicBezTo>
                    <a:pt x="123" y="586"/>
                    <a:pt x="141" y="634"/>
                    <a:pt x="160" y="681"/>
                  </a:cubicBezTo>
                  <a:cubicBezTo>
                    <a:pt x="166" y="695"/>
                    <a:pt x="172" y="708"/>
                    <a:pt x="178" y="722"/>
                  </a:cubicBezTo>
                  <a:cubicBezTo>
                    <a:pt x="176" y="717"/>
                    <a:pt x="175" y="713"/>
                    <a:pt x="174" y="708"/>
                  </a:cubicBezTo>
                  <a:cubicBezTo>
                    <a:pt x="169" y="692"/>
                    <a:pt x="165" y="676"/>
                    <a:pt x="162" y="660"/>
                  </a:cubicBezTo>
                  <a:close/>
                </a:path>
              </a:pathLst>
            </a:custGeom>
            <a:solidFill>
              <a:schemeClr val="tx2">
                <a:alpha val="20000"/>
              </a:schemeClr>
            </a:solidFill>
            <a:ln>
              <a:noFill/>
            </a:ln>
          </p:spPr>
        </p:sp>
        <p:sp>
          <p:nvSpPr>
            <p:cNvPr id="29" name="Freeform 16"/>
            <p:cNvSpPr/>
            <p:nvPr/>
          </p:nvSpPr>
          <p:spPr bwMode="auto">
            <a:xfrm>
              <a:off x="2506663" y="285750"/>
              <a:ext cx="90488" cy="2493963"/>
            </a:xfrm>
            <a:custGeom>
              <a:avLst/>
              <a:gdLst/>
              <a:ahLst/>
              <a:cxnLst/>
              <a:rect l="0" t="0" r="r" b="b"/>
              <a:pathLst>
                <a:path w="23" h="635">
                  <a:moveTo>
                    <a:pt x="11" y="577"/>
                  </a:moveTo>
                  <a:cubicBezTo>
                    <a:pt x="12" y="581"/>
                    <a:pt x="12" y="585"/>
                    <a:pt x="12" y="589"/>
                  </a:cubicBezTo>
                  <a:cubicBezTo>
                    <a:pt x="15" y="603"/>
                    <a:pt x="19" y="617"/>
                    <a:pt x="22" y="632"/>
                  </a:cubicBezTo>
                  <a:cubicBezTo>
                    <a:pt x="22" y="633"/>
                    <a:pt x="22" y="634"/>
                    <a:pt x="23" y="635"/>
                  </a:cubicBezTo>
                  <a:cubicBezTo>
                    <a:pt x="21" y="615"/>
                    <a:pt x="19" y="596"/>
                    <a:pt x="17" y="576"/>
                  </a:cubicBezTo>
                  <a:cubicBezTo>
                    <a:pt x="9" y="474"/>
                    <a:pt x="5" y="372"/>
                    <a:pt x="5" y="269"/>
                  </a:cubicBezTo>
                  <a:cubicBezTo>
                    <a:pt x="6" y="179"/>
                    <a:pt x="9" y="90"/>
                    <a:pt x="15" y="0"/>
                  </a:cubicBezTo>
                  <a:cubicBezTo>
                    <a:pt x="12" y="0"/>
                    <a:pt x="12" y="0"/>
                    <a:pt x="12" y="0"/>
                  </a:cubicBezTo>
                  <a:cubicBezTo>
                    <a:pt x="5" y="89"/>
                    <a:pt x="2" y="179"/>
                    <a:pt x="1" y="269"/>
                  </a:cubicBezTo>
                  <a:cubicBezTo>
                    <a:pt x="0" y="372"/>
                    <a:pt x="3" y="474"/>
                    <a:pt x="11" y="577"/>
                  </a:cubicBezTo>
                  <a:close/>
                </a:path>
              </a:pathLst>
            </a:custGeom>
            <a:solidFill>
              <a:schemeClr val="tx2">
                <a:alpha val="20000"/>
              </a:schemeClr>
            </a:solidFill>
            <a:ln>
              <a:noFill/>
            </a:ln>
          </p:spPr>
        </p:sp>
        <p:sp>
          <p:nvSpPr>
            <p:cNvPr id="30" name="Freeform 17"/>
            <p:cNvSpPr/>
            <p:nvPr/>
          </p:nvSpPr>
          <p:spPr bwMode="auto">
            <a:xfrm>
              <a:off x="2554288" y="2598738"/>
              <a:ext cx="66675" cy="420688"/>
            </a:xfrm>
            <a:custGeom>
              <a:avLst/>
              <a:gdLst/>
              <a:ahLst/>
              <a:cxnLst/>
              <a:rect l="0" t="0" r="r" b="b"/>
              <a:pathLst>
                <a:path w="17" h="107">
                  <a:moveTo>
                    <a:pt x="0" y="0"/>
                  </a:moveTo>
                  <a:cubicBezTo>
                    <a:pt x="2" y="19"/>
                    <a:pt x="3" y="37"/>
                    <a:pt x="5" y="56"/>
                  </a:cubicBezTo>
                  <a:cubicBezTo>
                    <a:pt x="9" y="73"/>
                    <a:pt x="13" y="90"/>
                    <a:pt x="17" y="107"/>
                  </a:cubicBezTo>
                  <a:cubicBezTo>
                    <a:pt x="15" y="87"/>
                    <a:pt x="13" y="66"/>
                    <a:pt x="11" y="46"/>
                  </a:cubicBezTo>
                  <a:cubicBezTo>
                    <a:pt x="10" y="45"/>
                    <a:pt x="10" y="44"/>
                    <a:pt x="10" y="43"/>
                  </a:cubicBezTo>
                  <a:cubicBezTo>
                    <a:pt x="7" y="28"/>
                    <a:pt x="3" y="14"/>
                    <a:pt x="0" y="0"/>
                  </a:cubicBezTo>
                  <a:close/>
                </a:path>
              </a:pathLst>
            </a:custGeom>
            <a:solidFill>
              <a:schemeClr val="tx2">
                <a:alpha val="20000"/>
              </a:schemeClr>
            </a:solidFill>
            <a:ln>
              <a:noFill/>
            </a:ln>
          </p:spPr>
        </p:sp>
        <p:sp>
          <p:nvSpPr>
            <p:cNvPr id="31" name="Freeform 18"/>
            <p:cNvSpPr/>
            <p:nvPr/>
          </p:nvSpPr>
          <p:spPr bwMode="auto">
            <a:xfrm>
              <a:off x="3143251" y="4757738"/>
              <a:ext cx="161925" cy="873125"/>
            </a:xfrm>
            <a:custGeom>
              <a:avLst/>
              <a:gdLst/>
              <a:ahLst/>
              <a:cxnLst/>
              <a:rect l="0" t="0" r="r" b="b"/>
              <a:pathLst>
                <a:path w="41" h="222">
                  <a:moveTo>
                    <a:pt x="0" y="0"/>
                  </a:moveTo>
                  <a:cubicBezTo>
                    <a:pt x="0" y="31"/>
                    <a:pt x="2" y="62"/>
                    <a:pt x="5" y="93"/>
                  </a:cubicBezTo>
                  <a:cubicBezTo>
                    <a:pt x="8" y="117"/>
                    <a:pt x="12" y="142"/>
                    <a:pt x="17" y="166"/>
                  </a:cubicBezTo>
                  <a:cubicBezTo>
                    <a:pt x="19" y="172"/>
                    <a:pt x="22" y="178"/>
                    <a:pt x="24" y="184"/>
                  </a:cubicBezTo>
                  <a:cubicBezTo>
                    <a:pt x="30" y="197"/>
                    <a:pt x="35" y="209"/>
                    <a:pt x="41" y="222"/>
                  </a:cubicBezTo>
                  <a:cubicBezTo>
                    <a:pt x="40" y="219"/>
                    <a:pt x="39" y="215"/>
                    <a:pt x="38" y="212"/>
                  </a:cubicBezTo>
                  <a:cubicBezTo>
                    <a:pt x="26" y="172"/>
                    <a:pt x="18" y="132"/>
                    <a:pt x="13" y="92"/>
                  </a:cubicBezTo>
                  <a:cubicBezTo>
                    <a:pt x="11" y="68"/>
                    <a:pt x="9" y="45"/>
                    <a:pt x="8" y="22"/>
                  </a:cubicBezTo>
                  <a:cubicBezTo>
                    <a:pt x="8" y="21"/>
                    <a:pt x="7" y="20"/>
                    <a:pt x="7" y="18"/>
                  </a:cubicBezTo>
                  <a:cubicBezTo>
                    <a:pt x="5" y="12"/>
                    <a:pt x="2" y="6"/>
                    <a:pt x="0" y="0"/>
                  </a:cubicBezTo>
                  <a:close/>
                </a:path>
              </a:pathLst>
            </a:custGeom>
            <a:solidFill>
              <a:schemeClr val="tx2">
                <a:alpha val="20000"/>
              </a:schemeClr>
            </a:solidFill>
            <a:ln>
              <a:noFill/>
            </a:ln>
          </p:spPr>
        </p:sp>
        <p:sp>
          <p:nvSpPr>
            <p:cNvPr id="32" name="Freeform 19"/>
            <p:cNvSpPr/>
            <p:nvPr/>
          </p:nvSpPr>
          <p:spPr bwMode="auto">
            <a:xfrm>
              <a:off x="3148013" y="1282700"/>
              <a:ext cx="1768475" cy="3448050"/>
            </a:xfrm>
            <a:custGeom>
              <a:avLst/>
              <a:gdLst/>
              <a:ahLst/>
              <a:cxnLst/>
              <a:rect l="0" t="0" r="r" b="b"/>
              <a:pathLst>
                <a:path w="450" h="878">
                  <a:moveTo>
                    <a:pt x="7" y="854"/>
                  </a:moveTo>
                  <a:cubicBezTo>
                    <a:pt x="10" y="772"/>
                    <a:pt x="26" y="691"/>
                    <a:pt x="50" y="613"/>
                  </a:cubicBezTo>
                  <a:cubicBezTo>
                    <a:pt x="75" y="535"/>
                    <a:pt x="109" y="460"/>
                    <a:pt x="149" y="388"/>
                  </a:cubicBezTo>
                  <a:cubicBezTo>
                    <a:pt x="189" y="316"/>
                    <a:pt x="235" y="248"/>
                    <a:pt x="285" y="183"/>
                  </a:cubicBezTo>
                  <a:cubicBezTo>
                    <a:pt x="310" y="151"/>
                    <a:pt x="337" y="119"/>
                    <a:pt x="364" y="89"/>
                  </a:cubicBezTo>
                  <a:cubicBezTo>
                    <a:pt x="378" y="74"/>
                    <a:pt x="392" y="58"/>
                    <a:pt x="406" y="44"/>
                  </a:cubicBezTo>
                  <a:cubicBezTo>
                    <a:pt x="421" y="29"/>
                    <a:pt x="435" y="15"/>
                    <a:pt x="450" y="1"/>
                  </a:cubicBezTo>
                  <a:cubicBezTo>
                    <a:pt x="450" y="0"/>
                    <a:pt x="450" y="0"/>
                    <a:pt x="450" y="0"/>
                  </a:cubicBezTo>
                  <a:cubicBezTo>
                    <a:pt x="434" y="14"/>
                    <a:pt x="420" y="28"/>
                    <a:pt x="405" y="43"/>
                  </a:cubicBezTo>
                  <a:cubicBezTo>
                    <a:pt x="391" y="57"/>
                    <a:pt x="377" y="72"/>
                    <a:pt x="363" y="88"/>
                  </a:cubicBezTo>
                  <a:cubicBezTo>
                    <a:pt x="335" y="118"/>
                    <a:pt x="308" y="149"/>
                    <a:pt x="283" y="181"/>
                  </a:cubicBezTo>
                  <a:cubicBezTo>
                    <a:pt x="232" y="246"/>
                    <a:pt x="185" y="314"/>
                    <a:pt x="145" y="386"/>
                  </a:cubicBezTo>
                  <a:cubicBezTo>
                    <a:pt x="104" y="457"/>
                    <a:pt x="70" y="533"/>
                    <a:pt x="45" y="611"/>
                  </a:cubicBezTo>
                  <a:cubicBezTo>
                    <a:pt x="19" y="690"/>
                    <a:pt x="3" y="771"/>
                    <a:pt x="0" y="854"/>
                  </a:cubicBezTo>
                  <a:cubicBezTo>
                    <a:pt x="0" y="856"/>
                    <a:pt x="0" y="857"/>
                    <a:pt x="0" y="859"/>
                  </a:cubicBezTo>
                  <a:cubicBezTo>
                    <a:pt x="2" y="865"/>
                    <a:pt x="4" y="872"/>
                    <a:pt x="7" y="878"/>
                  </a:cubicBezTo>
                  <a:cubicBezTo>
                    <a:pt x="7" y="870"/>
                    <a:pt x="7" y="862"/>
                    <a:pt x="7" y="854"/>
                  </a:cubicBezTo>
                  <a:close/>
                </a:path>
              </a:pathLst>
            </a:custGeom>
            <a:solidFill>
              <a:schemeClr val="tx2">
                <a:alpha val="20000"/>
              </a:schemeClr>
            </a:solidFill>
            <a:ln>
              <a:noFill/>
            </a:ln>
          </p:spPr>
        </p:sp>
        <p:sp>
          <p:nvSpPr>
            <p:cNvPr id="33" name="Freeform 20"/>
            <p:cNvSpPr/>
            <p:nvPr/>
          </p:nvSpPr>
          <p:spPr bwMode="auto">
            <a:xfrm>
              <a:off x="3273426" y="5653088"/>
              <a:ext cx="138113" cy="287338"/>
            </a:xfrm>
            <a:custGeom>
              <a:avLst/>
              <a:gdLst/>
              <a:ahLst/>
              <a:cxnLst/>
              <a:rect l="0" t="0" r="r" b="b"/>
              <a:pathLst>
                <a:path w="35" h="73">
                  <a:moveTo>
                    <a:pt x="0" y="0"/>
                  </a:moveTo>
                  <a:cubicBezTo>
                    <a:pt x="7" y="24"/>
                    <a:pt x="16" y="49"/>
                    <a:pt x="26" y="73"/>
                  </a:cubicBezTo>
                  <a:cubicBezTo>
                    <a:pt x="35" y="73"/>
                    <a:pt x="35" y="73"/>
                    <a:pt x="35" y="73"/>
                  </a:cubicBezTo>
                  <a:cubicBezTo>
                    <a:pt x="23" y="49"/>
                    <a:pt x="11" y="24"/>
                    <a:pt x="0" y="0"/>
                  </a:cubicBezTo>
                  <a:close/>
                </a:path>
              </a:pathLst>
            </a:custGeom>
            <a:solidFill>
              <a:schemeClr val="tx2">
                <a:alpha val="20000"/>
              </a:schemeClr>
            </a:solidFill>
            <a:ln>
              <a:noFill/>
            </a:ln>
          </p:spPr>
        </p:sp>
        <p:sp>
          <p:nvSpPr>
            <p:cNvPr id="34" name="Freeform 21"/>
            <p:cNvSpPr/>
            <p:nvPr/>
          </p:nvSpPr>
          <p:spPr bwMode="auto">
            <a:xfrm>
              <a:off x="3143251" y="4656138"/>
              <a:ext cx="31750" cy="188913"/>
            </a:xfrm>
            <a:custGeom>
              <a:avLst/>
              <a:gdLst/>
              <a:ahLst/>
              <a:cxnLst/>
              <a:rect l="0" t="0" r="r" b="b"/>
              <a:pathLst>
                <a:path w="8" h="48">
                  <a:moveTo>
                    <a:pt x="7" y="44"/>
                  </a:moveTo>
                  <a:cubicBezTo>
                    <a:pt x="7" y="46"/>
                    <a:pt x="8" y="47"/>
                    <a:pt x="8" y="48"/>
                  </a:cubicBezTo>
                  <a:cubicBezTo>
                    <a:pt x="8" y="38"/>
                    <a:pt x="8" y="29"/>
                    <a:pt x="8" y="19"/>
                  </a:cubicBezTo>
                  <a:cubicBezTo>
                    <a:pt x="5" y="13"/>
                    <a:pt x="3" y="6"/>
                    <a:pt x="1" y="0"/>
                  </a:cubicBezTo>
                  <a:cubicBezTo>
                    <a:pt x="0" y="9"/>
                    <a:pt x="0" y="17"/>
                    <a:pt x="0" y="26"/>
                  </a:cubicBezTo>
                  <a:cubicBezTo>
                    <a:pt x="2" y="32"/>
                    <a:pt x="5" y="38"/>
                    <a:pt x="7" y="44"/>
                  </a:cubicBezTo>
                  <a:close/>
                </a:path>
              </a:pathLst>
            </a:custGeom>
            <a:solidFill>
              <a:schemeClr val="tx2">
                <a:alpha val="20000"/>
              </a:schemeClr>
            </a:solidFill>
            <a:ln>
              <a:noFill/>
            </a:ln>
          </p:spPr>
        </p:sp>
        <p:sp>
          <p:nvSpPr>
            <p:cNvPr id="35" name="Freeform 22"/>
            <p:cNvSpPr/>
            <p:nvPr/>
          </p:nvSpPr>
          <p:spPr bwMode="auto">
            <a:xfrm>
              <a:off x="3211513" y="5410200"/>
              <a:ext cx="203200" cy="530225"/>
            </a:xfrm>
            <a:custGeom>
              <a:avLst/>
              <a:gdLst/>
              <a:ahLst/>
              <a:cxnLst/>
              <a:rect l="0" t="0" r="r" b="b"/>
              <a:pathLst>
                <a:path w="52" h="135">
                  <a:moveTo>
                    <a:pt x="7" y="18"/>
                  </a:moveTo>
                  <a:cubicBezTo>
                    <a:pt x="5" y="12"/>
                    <a:pt x="2" y="6"/>
                    <a:pt x="0" y="0"/>
                  </a:cubicBezTo>
                  <a:cubicBezTo>
                    <a:pt x="3" y="16"/>
                    <a:pt x="7" y="32"/>
                    <a:pt x="12" y="48"/>
                  </a:cubicBezTo>
                  <a:cubicBezTo>
                    <a:pt x="13" y="53"/>
                    <a:pt x="14" y="57"/>
                    <a:pt x="16" y="62"/>
                  </a:cubicBezTo>
                  <a:cubicBezTo>
                    <a:pt x="27" y="86"/>
                    <a:pt x="39" y="111"/>
                    <a:pt x="51" y="135"/>
                  </a:cubicBezTo>
                  <a:cubicBezTo>
                    <a:pt x="52" y="135"/>
                    <a:pt x="52" y="135"/>
                    <a:pt x="52" y="135"/>
                  </a:cubicBezTo>
                  <a:cubicBezTo>
                    <a:pt x="41" y="109"/>
                    <a:pt x="32" y="83"/>
                    <a:pt x="24" y="56"/>
                  </a:cubicBezTo>
                  <a:cubicBezTo>
                    <a:pt x="18" y="43"/>
                    <a:pt x="13" y="31"/>
                    <a:pt x="7" y="18"/>
                  </a:cubicBezTo>
                  <a:close/>
                </a:path>
              </a:pathLst>
            </a:custGeom>
            <a:solidFill>
              <a:schemeClr val="tx2">
                <a:alpha val="20000"/>
              </a:schemeClr>
            </a:solidFill>
            <a:ln>
              <a:noFill/>
            </a:ln>
          </p:spPr>
        </p:sp>
      </p:grpSp>
      <p:grpSp>
        <p:nvGrpSpPr>
          <p:cNvPr id="10" name="Group 9"/>
          <p:cNvGrpSpPr/>
          <p:nvPr/>
        </p:nvGrpSpPr>
        <p:grpSpPr>
          <a:xfrm>
            <a:off x="27221" y="-786"/>
            <a:ext cx="2356674" cy="6854039"/>
            <a:chOff x="6627813" y="194833"/>
            <a:chExt cx="1952625" cy="5678918"/>
          </a:xfrm>
        </p:grpSpPr>
        <p:sp>
          <p:nvSpPr>
            <p:cNvPr id="11" name="Freeform 27"/>
            <p:cNvSpPr/>
            <p:nvPr/>
          </p:nvSpPr>
          <p:spPr bwMode="auto">
            <a:xfrm>
              <a:off x="6627813" y="194833"/>
              <a:ext cx="409575" cy="3646488"/>
            </a:xfrm>
            <a:custGeom>
              <a:avLst/>
              <a:gdLst/>
              <a:ahLst/>
              <a:cxnLst/>
              <a:rect l="0" t="0" r="r" b="b"/>
              <a:pathLst>
                <a:path w="103" h="920">
                  <a:moveTo>
                    <a:pt x="7" y="210"/>
                  </a:moveTo>
                  <a:cubicBezTo>
                    <a:pt x="11" y="288"/>
                    <a:pt x="17" y="367"/>
                    <a:pt x="26" y="445"/>
                  </a:cubicBezTo>
                  <a:cubicBezTo>
                    <a:pt x="34" y="523"/>
                    <a:pt x="44" y="601"/>
                    <a:pt x="57" y="679"/>
                  </a:cubicBezTo>
                  <a:cubicBezTo>
                    <a:pt x="69" y="757"/>
                    <a:pt x="84" y="834"/>
                    <a:pt x="101" y="911"/>
                  </a:cubicBezTo>
                  <a:cubicBezTo>
                    <a:pt x="102" y="914"/>
                    <a:pt x="103" y="917"/>
                    <a:pt x="103" y="920"/>
                  </a:cubicBezTo>
                  <a:cubicBezTo>
                    <a:pt x="102" y="905"/>
                    <a:pt x="100" y="889"/>
                    <a:pt x="99" y="874"/>
                  </a:cubicBezTo>
                  <a:cubicBezTo>
                    <a:pt x="99" y="871"/>
                    <a:pt x="99" y="868"/>
                    <a:pt x="99" y="866"/>
                  </a:cubicBezTo>
                  <a:cubicBezTo>
                    <a:pt x="85" y="803"/>
                    <a:pt x="73" y="741"/>
                    <a:pt x="63" y="678"/>
                  </a:cubicBezTo>
                  <a:cubicBezTo>
                    <a:pt x="50" y="600"/>
                    <a:pt x="39" y="523"/>
                    <a:pt x="30" y="444"/>
                  </a:cubicBezTo>
                  <a:cubicBezTo>
                    <a:pt x="21" y="366"/>
                    <a:pt x="14" y="288"/>
                    <a:pt x="9" y="209"/>
                  </a:cubicBezTo>
                  <a:cubicBezTo>
                    <a:pt x="7" y="170"/>
                    <a:pt x="5" y="131"/>
                    <a:pt x="3" y="92"/>
                  </a:cubicBezTo>
                  <a:cubicBezTo>
                    <a:pt x="2" y="61"/>
                    <a:pt x="1" y="31"/>
                    <a:pt x="1" y="0"/>
                  </a:cubicBezTo>
                  <a:cubicBezTo>
                    <a:pt x="0" y="0"/>
                    <a:pt x="0" y="0"/>
                    <a:pt x="0" y="0"/>
                  </a:cubicBezTo>
                  <a:cubicBezTo>
                    <a:pt x="0" y="31"/>
                    <a:pt x="1" y="61"/>
                    <a:pt x="1" y="92"/>
                  </a:cubicBezTo>
                  <a:cubicBezTo>
                    <a:pt x="3" y="131"/>
                    <a:pt x="4" y="170"/>
                    <a:pt x="7" y="210"/>
                  </a:cubicBezTo>
                  <a:close/>
                </a:path>
              </a:pathLst>
            </a:custGeom>
            <a:solidFill>
              <a:schemeClr val="tx2"/>
            </a:solidFill>
            <a:ln>
              <a:noFill/>
            </a:ln>
          </p:spPr>
        </p:sp>
        <p:sp>
          <p:nvSpPr>
            <p:cNvPr id="12" name="Freeform 28"/>
            <p:cNvSpPr/>
            <p:nvPr/>
          </p:nvSpPr>
          <p:spPr bwMode="auto">
            <a:xfrm>
              <a:off x="7061201" y="3771900"/>
              <a:ext cx="350838" cy="1309688"/>
            </a:xfrm>
            <a:custGeom>
              <a:avLst/>
              <a:gdLst/>
              <a:ahLst/>
              <a:cxnLst/>
              <a:rect l="0" t="0" r="r" b="b"/>
              <a:pathLst>
                <a:path w="88" h="330">
                  <a:moveTo>
                    <a:pt x="53" y="229"/>
                  </a:moveTo>
                  <a:cubicBezTo>
                    <a:pt x="64" y="263"/>
                    <a:pt x="75" y="297"/>
                    <a:pt x="88" y="330"/>
                  </a:cubicBezTo>
                  <a:cubicBezTo>
                    <a:pt x="88" y="323"/>
                    <a:pt x="88" y="315"/>
                    <a:pt x="88" y="308"/>
                  </a:cubicBezTo>
                  <a:cubicBezTo>
                    <a:pt x="88" y="307"/>
                    <a:pt x="88" y="305"/>
                    <a:pt x="88" y="304"/>
                  </a:cubicBezTo>
                  <a:cubicBezTo>
                    <a:pt x="79" y="278"/>
                    <a:pt x="70" y="252"/>
                    <a:pt x="62" y="226"/>
                  </a:cubicBezTo>
                  <a:cubicBezTo>
                    <a:pt x="38" y="152"/>
                    <a:pt x="17" y="76"/>
                    <a:pt x="0" y="0"/>
                  </a:cubicBezTo>
                  <a:cubicBezTo>
                    <a:pt x="2" y="21"/>
                    <a:pt x="4" y="42"/>
                    <a:pt x="7" y="63"/>
                  </a:cubicBezTo>
                  <a:cubicBezTo>
                    <a:pt x="21" y="119"/>
                    <a:pt x="36" y="174"/>
                    <a:pt x="53" y="229"/>
                  </a:cubicBezTo>
                  <a:close/>
                </a:path>
              </a:pathLst>
            </a:custGeom>
            <a:solidFill>
              <a:schemeClr val="tx2"/>
            </a:solidFill>
            <a:ln>
              <a:noFill/>
            </a:ln>
          </p:spPr>
        </p:sp>
        <p:sp>
          <p:nvSpPr>
            <p:cNvPr id="13" name="Freeform 29"/>
            <p:cNvSpPr/>
            <p:nvPr/>
          </p:nvSpPr>
          <p:spPr bwMode="auto">
            <a:xfrm>
              <a:off x="7439026" y="5053013"/>
              <a:ext cx="357188" cy="820738"/>
            </a:xfrm>
            <a:custGeom>
              <a:avLst/>
              <a:gdLst/>
              <a:ahLst/>
              <a:cxnLst/>
              <a:rect l="0" t="0" r="r" b="b"/>
              <a:pathLst>
                <a:path w="90" h="207">
                  <a:moveTo>
                    <a:pt x="6" y="15"/>
                  </a:moveTo>
                  <a:cubicBezTo>
                    <a:pt x="4" y="10"/>
                    <a:pt x="2" y="5"/>
                    <a:pt x="0" y="0"/>
                  </a:cubicBezTo>
                  <a:cubicBezTo>
                    <a:pt x="0" y="9"/>
                    <a:pt x="0" y="19"/>
                    <a:pt x="1" y="29"/>
                  </a:cubicBezTo>
                  <a:cubicBezTo>
                    <a:pt x="14" y="62"/>
                    <a:pt x="27" y="95"/>
                    <a:pt x="42" y="127"/>
                  </a:cubicBezTo>
                  <a:cubicBezTo>
                    <a:pt x="54" y="154"/>
                    <a:pt x="67" y="181"/>
                    <a:pt x="80" y="207"/>
                  </a:cubicBezTo>
                  <a:cubicBezTo>
                    <a:pt x="90" y="207"/>
                    <a:pt x="90" y="207"/>
                    <a:pt x="90" y="207"/>
                  </a:cubicBezTo>
                  <a:cubicBezTo>
                    <a:pt x="76" y="180"/>
                    <a:pt x="63" y="152"/>
                    <a:pt x="50" y="123"/>
                  </a:cubicBezTo>
                  <a:cubicBezTo>
                    <a:pt x="34" y="88"/>
                    <a:pt x="20" y="51"/>
                    <a:pt x="6" y="15"/>
                  </a:cubicBezTo>
                  <a:close/>
                </a:path>
              </a:pathLst>
            </a:custGeom>
            <a:solidFill>
              <a:schemeClr val="tx2"/>
            </a:solidFill>
            <a:ln>
              <a:noFill/>
            </a:ln>
          </p:spPr>
        </p:sp>
        <p:sp>
          <p:nvSpPr>
            <p:cNvPr id="14" name="Freeform 30"/>
            <p:cNvSpPr/>
            <p:nvPr/>
          </p:nvSpPr>
          <p:spPr bwMode="auto">
            <a:xfrm>
              <a:off x="7037388" y="3811588"/>
              <a:ext cx="457200" cy="1852613"/>
            </a:xfrm>
            <a:custGeom>
              <a:avLst/>
              <a:gdLst/>
              <a:ahLst/>
              <a:cxnLst/>
              <a:rect l="0" t="0" r="r" b="b"/>
              <a:pathLst>
                <a:path w="115" h="467">
                  <a:moveTo>
                    <a:pt x="101" y="409"/>
                  </a:moveTo>
                  <a:cubicBezTo>
                    <a:pt x="93" y="388"/>
                    <a:pt x="85" y="366"/>
                    <a:pt x="78" y="344"/>
                  </a:cubicBezTo>
                  <a:cubicBezTo>
                    <a:pt x="57" y="281"/>
                    <a:pt x="41" y="216"/>
                    <a:pt x="29" y="151"/>
                  </a:cubicBezTo>
                  <a:cubicBezTo>
                    <a:pt x="22" y="119"/>
                    <a:pt x="17" y="86"/>
                    <a:pt x="13" y="53"/>
                  </a:cubicBezTo>
                  <a:cubicBezTo>
                    <a:pt x="9" y="35"/>
                    <a:pt x="4" y="18"/>
                    <a:pt x="0" y="0"/>
                  </a:cubicBezTo>
                  <a:cubicBezTo>
                    <a:pt x="5" y="51"/>
                    <a:pt x="12" y="102"/>
                    <a:pt x="21" y="152"/>
                  </a:cubicBezTo>
                  <a:cubicBezTo>
                    <a:pt x="33" y="218"/>
                    <a:pt x="49" y="283"/>
                    <a:pt x="69" y="347"/>
                  </a:cubicBezTo>
                  <a:cubicBezTo>
                    <a:pt x="79" y="378"/>
                    <a:pt x="90" y="410"/>
                    <a:pt x="103" y="441"/>
                  </a:cubicBezTo>
                  <a:cubicBezTo>
                    <a:pt x="107" y="449"/>
                    <a:pt x="111" y="458"/>
                    <a:pt x="115" y="467"/>
                  </a:cubicBezTo>
                  <a:cubicBezTo>
                    <a:pt x="114" y="464"/>
                    <a:pt x="113" y="461"/>
                    <a:pt x="112" y="458"/>
                  </a:cubicBezTo>
                  <a:cubicBezTo>
                    <a:pt x="108" y="442"/>
                    <a:pt x="104" y="425"/>
                    <a:pt x="101" y="409"/>
                  </a:cubicBezTo>
                  <a:close/>
                </a:path>
              </a:pathLst>
            </a:custGeom>
            <a:solidFill>
              <a:schemeClr val="tx2"/>
            </a:solidFill>
            <a:ln>
              <a:noFill/>
            </a:ln>
          </p:spPr>
        </p:sp>
        <p:sp>
          <p:nvSpPr>
            <p:cNvPr id="15" name="Freeform 31"/>
            <p:cNvSpPr/>
            <p:nvPr/>
          </p:nvSpPr>
          <p:spPr bwMode="auto">
            <a:xfrm>
              <a:off x="6992938" y="1263650"/>
              <a:ext cx="144463" cy="2508250"/>
            </a:xfrm>
            <a:custGeom>
              <a:avLst/>
              <a:gdLst/>
              <a:ahLst/>
              <a:cxnLst/>
              <a:rect l="0" t="0" r="r" b="b"/>
              <a:pathLst>
                <a:path w="36" h="633">
                  <a:moveTo>
                    <a:pt x="17" y="633"/>
                  </a:moveTo>
                  <a:cubicBezTo>
                    <a:pt x="15" y="621"/>
                    <a:pt x="14" y="609"/>
                    <a:pt x="13" y="597"/>
                  </a:cubicBezTo>
                  <a:cubicBezTo>
                    <a:pt x="8" y="530"/>
                    <a:pt x="5" y="464"/>
                    <a:pt x="5" y="398"/>
                  </a:cubicBezTo>
                  <a:cubicBezTo>
                    <a:pt x="5" y="331"/>
                    <a:pt x="8" y="265"/>
                    <a:pt x="13" y="198"/>
                  </a:cubicBezTo>
                  <a:cubicBezTo>
                    <a:pt x="15" y="165"/>
                    <a:pt x="18" y="132"/>
                    <a:pt x="22" y="99"/>
                  </a:cubicBezTo>
                  <a:cubicBezTo>
                    <a:pt x="26" y="66"/>
                    <a:pt x="30" y="33"/>
                    <a:pt x="36" y="0"/>
                  </a:cubicBezTo>
                  <a:cubicBezTo>
                    <a:pt x="35" y="0"/>
                    <a:pt x="35" y="0"/>
                    <a:pt x="35" y="0"/>
                  </a:cubicBezTo>
                  <a:cubicBezTo>
                    <a:pt x="29" y="33"/>
                    <a:pt x="24" y="66"/>
                    <a:pt x="20" y="99"/>
                  </a:cubicBezTo>
                  <a:cubicBezTo>
                    <a:pt x="16" y="132"/>
                    <a:pt x="13" y="165"/>
                    <a:pt x="10" y="198"/>
                  </a:cubicBezTo>
                  <a:cubicBezTo>
                    <a:pt x="4" y="264"/>
                    <a:pt x="1" y="331"/>
                    <a:pt x="1" y="398"/>
                  </a:cubicBezTo>
                  <a:cubicBezTo>
                    <a:pt x="0" y="461"/>
                    <a:pt x="2" y="525"/>
                    <a:pt x="7" y="589"/>
                  </a:cubicBezTo>
                  <a:cubicBezTo>
                    <a:pt x="10" y="603"/>
                    <a:pt x="13" y="618"/>
                    <a:pt x="16" y="632"/>
                  </a:cubicBezTo>
                  <a:cubicBezTo>
                    <a:pt x="16" y="632"/>
                    <a:pt x="17" y="633"/>
                    <a:pt x="17" y="633"/>
                  </a:cubicBezTo>
                  <a:close/>
                </a:path>
              </a:pathLst>
            </a:custGeom>
            <a:solidFill>
              <a:schemeClr val="tx2"/>
            </a:solidFill>
            <a:ln>
              <a:noFill/>
            </a:ln>
          </p:spPr>
        </p:sp>
        <p:sp>
          <p:nvSpPr>
            <p:cNvPr id="16" name="Freeform 32"/>
            <p:cNvSpPr/>
            <p:nvPr/>
          </p:nvSpPr>
          <p:spPr bwMode="auto">
            <a:xfrm>
              <a:off x="7526338" y="5640388"/>
              <a:ext cx="111125" cy="233363"/>
            </a:xfrm>
            <a:custGeom>
              <a:avLst/>
              <a:gdLst/>
              <a:ahLst/>
              <a:cxnLst/>
              <a:rect l="0" t="0" r="r" b="b"/>
              <a:pathLst>
                <a:path w="28" h="59">
                  <a:moveTo>
                    <a:pt x="22" y="59"/>
                  </a:moveTo>
                  <a:cubicBezTo>
                    <a:pt x="28" y="59"/>
                    <a:pt x="28" y="59"/>
                    <a:pt x="28" y="59"/>
                  </a:cubicBezTo>
                  <a:cubicBezTo>
                    <a:pt x="18" y="40"/>
                    <a:pt x="9" y="20"/>
                    <a:pt x="0" y="0"/>
                  </a:cubicBezTo>
                  <a:cubicBezTo>
                    <a:pt x="6" y="20"/>
                    <a:pt x="13" y="40"/>
                    <a:pt x="22" y="59"/>
                  </a:cubicBezTo>
                  <a:close/>
                </a:path>
              </a:pathLst>
            </a:custGeom>
            <a:solidFill>
              <a:schemeClr val="tx2"/>
            </a:solidFill>
            <a:ln>
              <a:noFill/>
            </a:ln>
          </p:spPr>
        </p:sp>
        <p:sp>
          <p:nvSpPr>
            <p:cNvPr id="17" name="Freeform 33"/>
            <p:cNvSpPr/>
            <p:nvPr/>
          </p:nvSpPr>
          <p:spPr bwMode="auto">
            <a:xfrm>
              <a:off x="7021513" y="3598863"/>
              <a:ext cx="68263" cy="423863"/>
            </a:xfrm>
            <a:custGeom>
              <a:avLst/>
              <a:gdLst/>
              <a:ahLst/>
              <a:cxnLst/>
              <a:rect l="0" t="0" r="r" b="b"/>
              <a:pathLst>
                <a:path w="17" h="107">
                  <a:moveTo>
                    <a:pt x="4" y="54"/>
                  </a:moveTo>
                  <a:cubicBezTo>
                    <a:pt x="8" y="72"/>
                    <a:pt x="13" y="89"/>
                    <a:pt x="17" y="107"/>
                  </a:cubicBezTo>
                  <a:cubicBezTo>
                    <a:pt x="14" y="86"/>
                    <a:pt x="12" y="65"/>
                    <a:pt x="10" y="44"/>
                  </a:cubicBezTo>
                  <a:cubicBezTo>
                    <a:pt x="10" y="44"/>
                    <a:pt x="9" y="43"/>
                    <a:pt x="9" y="43"/>
                  </a:cubicBezTo>
                  <a:cubicBezTo>
                    <a:pt x="6" y="29"/>
                    <a:pt x="3" y="14"/>
                    <a:pt x="0" y="0"/>
                  </a:cubicBezTo>
                  <a:cubicBezTo>
                    <a:pt x="0" y="2"/>
                    <a:pt x="0" y="5"/>
                    <a:pt x="0" y="8"/>
                  </a:cubicBezTo>
                  <a:cubicBezTo>
                    <a:pt x="1" y="23"/>
                    <a:pt x="3" y="39"/>
                    <a:pt x="4" y="54"/>
                  </a:cubicBezTo>
                  <a:close/>
                </a:path>
              </a:pathLst>
            </a:custGeom>
            <a:solidFill>
              <a:schemeClr val="tx2"/>
            </a:solidFill>
            <a:ln>
              <a:noFill/>
            </a:ln>
          </p:spPr>
        </p:sp>
        <p:sp>
          <p:nvSpPr>
            <p:cNvPr id="18" name="Freeform 34"/>
            <p:cNvSpPr/>
            <p:nvPr/>
          </p:nvSpPr>
          <p:spPr bwMode="auto">
            <a:xfrm>
              <a:off x="7412038" y="2801938"/>
              <a:ext cx="1168400" cy="2251075"/>
            </a:xfrm>
            <a:custGeom>
              <a:avLst/>
              <a:gdLst/>
              <a:ahLst/>
              <a:cxnLst/>
              <a:rect l="0" t="0" r="r" b="b"/>
              <a:pathLst>
                <a:path w="294" h="568">
                  <a:moveTo>
                    <a:pt x="8" y="553"/>
                  </a:moveTo>
                  <a:cubicBezTo>
                    <a:pt x="9" y="501"/>
                    <a:pt x="19" y="448"/>
                    <a:pt x="35" y="397"/>
                  </a:cubicBezTo>
                  <a:cubicBezTo>
                    <a:pt x="51" y="347"/>
                    <a:pt x="73" y="298"/>
                    <a:pt x="99" y="252"/>
                  </a:cubicBezTo>
                  <a:cubicBezTo>
                    <a:pt x="124" y="205"/>
                    <a:pt x="154" y="161"/>
                    <a:pt x="187" y="119"/>
                  </a:cubicBezTo>
                  <a:cubicBezTo>
                    <a:pt x="203" y="98"/>
                    <a:pt x="220" y="77"/>
                    <a:pt x="238" y="58"/>
                  </a:cubicBezTo>
                  <a:cubicBezTo>
                    <a:pt x="247" y="48"/>
                    <a:pt x="256" y="38"/>
                    <a:pt x="265" y="28"/>
                  </a:cubicBezTo>
                  <a:cubicBezTo>
                    <a:pt x="274" y="19"/>
                    <a:pt x="284" y="9"/>
                    <a:pt x="294" y="0"/>
                  </a:cubicBezTo>
                  <a:cubicBezTo>
                    <a:pt x="293" y="0"/>
                    <a:pt x="293" y="0"/>
                    <a:pt x="293" y="0"/>
                  </a:cubicBezTo>
                  <a:cubicBezTo>
                    <a:pt x="283" y="9"/>
                    <a:pt x="273" y="18"/>
                    <a:pt x="264" y="27"/>
                  </a:cubicBezTo>
                  <a:cubicBezTo>
                    <a:pt x="255" y="37"/>
                    <a:pt x="246" y="47"/>
                    <a:pt x="237" y="56"/>
                  </a:cubicBezTo>
                  <a:cubicBezTo>
                    <a:pt x="218" y="76"/>
                    <a:pt x="201" y="96"/>
                    <a:pt x="185" y="117"/>
                  </a:cubicBezTo>
                  <a:cubicBezTo>
                    <a:pt x="151" y="159"/>
                    <a:pt x="121" y="203"/>
                    <a:pt x="95" y="249"/>
                  </a:cubicBezTo>
                  <a:cubicBezTo>
                    <a:pt x="68" y="296"/>
                    <a:pt x="46" y="345"/>
                    <a:pt x="30" y="396"/>
                  </a:cubicBezTo>
                  <a:cubicBezTo>
                    <a:pt x="13" y="445"/>
                    <a:pt x="3" y="497"/>
                    <a:pt x="0" y="549"/>
                  </a:cubicBezTo>
                  <a:cubicBezTo>
                    <a:pt x="3" y="555"/>
                    <a:pt x="5" y="561"/>
                    <a:pt x="7" y="568"/>
                  </a:cubicBezTo>
                  <a:cubicBezTo>
                    <a:pt x="7" y="563"/>
                    <a:pt x="7" y="558"/>
                    <a:pt x="8" y="553"/>
                  </a:cubicBezTo>
                  <a:close/>
                </a:path>
              </a:pathLst>
            </a:custGeom>
            <a:solidFill>
              <a:schemeClr val="tx2"/>
            </a:solidFill>
            <a:ln>
              <a:noFill/>
            </a:ln>
          </p:spPr>
        </p:sp>
        <p:sp>
          <p:nvSpPr>
            <p:cNvPr id="19" name="Freeform 35"/>
            <p:cNvSpPr/>
            <p:nvPr/>
          </p:nvSpPr>
          <p:spPr bwMode="auto">
            <a:xfrm>
              <a:off x="7494588" y="5664200"/>
              <a:ext cx="100013" cy="209550"/>
            </a:xfrm>
            <a:custGeom>
              <a:avLst/>
              <a:gdLst/>
              <a:ahLst/>
              <a:cxnLst/>
              <a:rect l="0" t="0" r="r" b="b"/>
              <a:pathLst>
                <a:path w="25" h="53">
                  <a:moveTo>
                    <a:pt x="0" y="0"/>
                  </a:moveTo>
                  <a:cubicBezTo>
                    <a:pt x="5" y="18"/>
                    <a:pt x="12" y="36"/>
                    <a:pt x="19" y="53"/>
                  </a:cubicBezTo>
                  <a:cubicBezTo>
                    <a:pt x="25" y="53"/>
                    <a:pt x="25" y="53"/>
                    <a:pt x="25" y="53"/>
                  </a:cubicBezTo>
                  <a:cubicBezTo>
                    <a:pt x="16" y="36"/>
                    <a:pt x="8" y="18"/>
                    <a:pt x="0" y="0"/>
                  </a:cubicBezTo>
                  <a:close/>
                </a:path>
              </a:pathLst>
            </a:custGeom>
            <a:solidFill>
              <a:schemeClr val="tx2"/>
            </a:solidFill>
            <a:ln>
              <a:noFill/>
            </a:ln>
          </p:spPr>
        </p:sp>
        <p:sp>
          <p:nvSpPr>
            <p:cNvPr id="20" name="Freeform 36"/>
            <p:cNvSpPr/>
            <p:nvPr/>
          </p:nvSpPr>
          <p:spPr bwMode="auto">
            <a:xfrm>
              <a:off x="7412038" y="5081588"/>
              <a:ext cx="114300" cy="558800"/>
            </a:xfrm>
            <a:custGeom>
              <a:avLst/>
              <a:gdLst/>
              <a:ahLst/>
              <a:cxnLst/>
              <a:rect l="0" t="0" r="r" b="b"/>
              <a:pathLst>
                <a:path w="29" h="141">
                  <a:moveTo>
                    <a:pt x="0" y="0"/>
                  </a:moveTo>
                  <a:cubicBezTo>
                    <a:pt x="0" y="30"/>
                    <a:pt x="2" y="60"/>
                    <a:pt x="7" y="89"/>
                  </a:cubicBezTo>
                  <a:cubicBezTo>
                    <a:pt x="11" y="98"/>
                    <a:pt x="14" y="108"/>
                    <a:pt x="18" y="117"/>
                  </a:cubicBezTo>
                  <a:cubicBezTo>
                    <a:pt x="22" y="125"/>
                    <a:pt x="25" y="133"/>
                    <a:pt x="29" y="141"/>
                  </a:cubicBezTo>
                  <a:cubicBezTo>
                    <a:pt x="28" y="139"/>
                    <a:pt x="28" y="137"/>
                    <a:pt x="27" y="135"/>
                  </a:cubicBezTo>
                  <a:cubicBezTo>
                    <a:pt x="16" y="98"/>
                    <a:pt x="10" y="60"/>
                    <a:pt x="8" y="22"/>
                  </a:cubicBezTo>
                  <a:cubicBezTo>
                    <a:pt x="7" y="18"/>
                    <a:pt x="5" y="15"/>
                    <a:pt x="4" y="11"/>
                  </a:cubicBezTo>
                  <a:cubicBezTo>
                    <a:pt x="2" y="7"/>
                    <a:pt x="1" y="3"/>
                    <a:pt x="0" y="0"/>
                  </a:cubicBezTo>
                  <a:close/>
                </a:path>
              </a:pathLst>
            </a:custGeom>
            <a:solidFill>
              <a:schemeClr val="tx2"/>
            </a:solidFill>
            <a:ln>
              <a:noFill/>
            </a:ln>
          </p:spPr>
        </p:sp>
        <p:sp>
          <p:nvSpPr>
            <p:cNvPr id="21" name="Freeform 37"/>
            <p:cNvSpPr/>
            <p:nvPr/>
          </p:nvSpPr>
          <p:spPr bwMode="auto">
            <a:xfrm>
              <a:off x="7412038" y="4978400"/>
              <a:ext cx="31750" cy="188913"/>
            </a:xfrm>
            <a:custGeom>
              <a:avLst/>
              <a:gdLst/>
              <a:ahLst/>
              <a:cxnLst/>
              <a:rect l="0" t="0" r="r" b="b"/>
              <a:pathLst>
                <a:path w="8" h="48">
                  <a:moveTo>
                    <a:pt x="0" y="26"/>
                  </a:moveTo>
                  <a:cubicBezTo>
                    <a:pt x="1" y="29"/>
                    <a:pt x="2" y="33"/>
                    <a:pt x="4" y="37"/>
                  </a:cubicBezTo>
                  <a:cubicBezTo>
                    <a:pt x="5" y="41"/>
                    <a:pt x="7" y="44"/>
                    <a:pt x="8" y="48"/>
                  </a:cubicBezTo>
                  <a:cubicBezTo>
                    <a:pt x="7" y="38"/>
                    <a:pt x="7" y="28"/>
                    <a:pt x="7" y="19"/>
                  </a:cubicBezTo>
                  <a:cubicBezTo>
                    <a:pt x="5" y="12"/>
                    <a:pt x="3" y="6"/>
                    <a:pt x="0" y="0"/>
                  </a:cubicBezTo>
                  <a:cubicBezTo>
                    <a:pt x="0" y="1"/>
                    <a:pt x="0" y="3"/>
                    <a:pt x="0" y="4"/>
                  </a:cubicBezTo>
                  <a:cubicBezTo>
                    <a:pt x="0" y="11"/>
                    <a:pt x="0" y="19"/>
                    <a:pt x="0" y="26"/>
                  </a:cubicBezTo>
                  <a:close/>
                </a:path>
              </a:pathLst>
            </a:custGeom>
            <a:solidFill>
              <a:schemeClr val="tx2"/>
            </a:solidFill>
            <a:ln>
              <a:noFill/>
            </a:ln>
          </p:spPr>
        </p:sp>
        <p:sp>
          <p:nvSpPr>
            <p:cNvPr id="22" name="Freeform 38"/>
            <p:cNvSpPr/>
            <p:nvPr/>
          </p:nvSpPr>
          <p:spPr bwMode="auto">
            <a:xfrm>
              <a:off x="7439026" y="5434013"/>
              <a:ext cx="174625" cy="439738"/>
            </a:xfrm>
            <a:custGeom>
              <a:avLst/>
              <a:gdLst/>
              <a:ahLst/>
              <a:cxnLst/>
              <a:rect l="0" t="0" r="r" b="b"/>
              <a:pathLst>
                <a:path w="44" h="111">
                  <a:moveTo>
                    <a:pt x="11" y="28"/>
                  </a:moveTo>
                  <a:cubicBezTo>
                    <a:pt x="7" y="19"/>
                    <a:pt x="4" y="9"/>
                    <a:pt x="0" y="0"/>
                  </a:cubicBezTo>
                  <a:cubicBezTo>
                    <a:pt x="3" y="16"/>
                    <a:pt x="7" y="33"/>
                    <a:pt x="11" y="49"/>
                  </a:cubicBezTo>
                  <a:cubicBezTo>
                    <a:pt x="12" y="52"/>
                    <a:pt x="13" y="55"/>
                    <a:pt x="14" y="58"/>
                  </a:cubicBezTo>
                  <a:cubicBezTo>
                    <a:pt x="22" y="76"/>
                    <a:pt x="30" y="94"/>
                    <a:pt x="39" y="111"/>
                  </a:cubicBezTo>
                  <a:cubicBezTo>
                    <a:pt x="44" y="111"/>
                    <a:pt x="44" y="111"/>
                    <a:pt x="44" y="111"/>
                  </a:cubicBezTo>
                  <a:cubicBezTo>
                    <a:pt x="35" y="92"/>
                    <a:pt x="28" y="72"/>
                    <a:pt x="22" y="52"/>
                  </a:cubicBezTo>
                  <a:cubicBezTo>
                    <a:pt x="18" y="44"/>
                    <a:pt x="15" y="36"/>
                    <a:pt x="11" y="28"/>
                  </a:cubicBezTo>
                  <a:close/>
                </a:path>
              </a:pathLst>
            </a:custGeom>
            <a:solidFill>
              <a:schemeClr val="tx2"/>
            </a:solidFill>
            <a:ln>
              <a:noFill/>
            </a:ln>
          </p:spPr>
        </p:sp>
      </p:grpSp>
      <p:sp>
        <p:nvSpPr>
          <p:cNvPr id="7" name="Rectangle 6"/>
          <p:cNvSpPr/>
          <p:nvPr/>
        </p:nvSpPr>
        <p:spPr>
          <a:xfrm>
            <a:off x="0" y="0"/>
            <a:ext cx="182880" cy="68580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sp>
      <p:sp>
        <p:nvSpPr>
          <p:cNvPr id="2" name="Title Placeholder 1"/>
          <p:cNvSpPr>
            <a:spLocks noGrp="1"/>
          </p:cNvSpPr>
          <p:nvPr>
            <p:ph type="title"/>
          </p:nvPr>
        </p:nvSpPr>
        <p:spPr>
          <a:xfrm>
            <a:off x="2592924" y="624110"/>
            <a:ext cx="8911687" cy="1280890"/>
          </a:xfrm>
          <a:prstGeom prst="rect">
            <a:avLst/>
          </a:prstGeom>
        </p:spPr>
        <p:txBody>
          <a:bodyPr vert="horz" lIns="91440" tIns="45720" rIns="91440" bIns="45720" rtlCol="0" anchor="t">
            <a:normAutofit/>
          </a:bodyPr>
          <a:lstStyle/>
          <a:p>
            <a:r>
              <a:rPr lang="en-US" smtClean="0"/>
              <a:t>Click to edit Master title style</a:t>
            </a:r>
            <a:endParaRPr lang="en-US" dirty="0"/>
          </a:p>
        </p:txBody>
      </p:sp>
      <p:sp>
        <p:nvSpPr>
          <p:cNvPr id="3" name="Text Placeholder 2"/>
          <p:cNvSpPr>
            <a:spLocks noGrp="1"/>
          </p:cNvSpPr>
          <p:nvPr>
            <p:ph type="body" idx="1"/>
          </p:nvPr>
        </p:nvSpPr>
        <p:spPr>
          <a:xfrm>
            <a:off x="2589212" y="2133600"/>
            <a:ext cx="8915400" cy="3886200"/>
          </a:xfrm>
          <a:prstGeom prst="rect">
            <a:avLst/>
          </a:prstGeom>
        </p:spPr>
        <p:txBody>
          <a:bodyPr vert="horz" lIns="91440" tIns="45720" rIns="91440" bIns="45720" rtlCol="0">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2"/>
          </p:nvPr>
        </p:nvSpPr>
        <p:spPr>
          <a:xfrm>
            <a:off x="10361612" y="6130437"/>
            <a:ext cx="1146283" cy="370396"/>
          </a:xfrm>
          <a:prstGeom prst="rect">
            <a:avLst/>
          </a:prstGeom>
        </p:spPr>
        <p:txBody>
          <a:bodyPr vert="horz" lIns="91440" tIns="45720" rIns="91440" bIns="45720" rtlCol="0" anchor="ctr"/>
          <a:lstStyle>
            <a:lvl1pPr algn="r">
              <a:defRPr sz="900">
                <a:solidFill>
                  <a:schemeClr val="tx1">
                    <a:tint val="75000"/>
                  </a:schemeClr>
                </a:solidFill>
              </a:defRPr>
            </a:lvl1pPr>
          </a:lstStyle>
          <a:p>
            <a:fld id="{88EC1668-57D9-433B-B282-7BE283FD0F28}" type="datetimeFigureOut">
              <a:rPr lang="en-IN" smtClean="0"/>
              <a:t>17-01-2022</a:t>
            </a:fld>
            <a:endParaRPr lang="en-IN"/>
          </a:p>
        </p:txBody>
      </p:sp>
      <p:sp>
        <p:nvSpPr>
          <p:cNvPr id="5" name="Footer Placeholder 4"/>
          <p:cNvSpPr>
            <a:spLocks noGrp="1"/>
          </p:cNvSpPr>
          <p:nvPr>
            <p:ph type="ftr" sz="quarter" idx="3"/>
          </p:nvPr>
        </p:nvSpPr>
        <p:spPr>
          <a:xfrm>
            <a:off x="2589212" y="6135808"/>
            <a:ext cx="7619999"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IN"/>
          </a:p>
        </p:txBody>
      </p:sp>
      <p:sp>
        <p:nvSpPr>
          <p:cNvPr id="6" name="Slide Number Placeholder 5"/>
          <p:cNvSpPr>
            <a:spLocks noGrp="1"/>
          </p:cNvSpPr>
          <p:nvPr>
            <p:ph type="sldNum" sz="quarter" idx="4"/>
          </p:nvPr>
        </p:nvSpPr>
        <p:spPr bwMode="gray">
          <a:xfrm>
            <a:off x="531812" y="787782"/>
            <a:ext cx="779767" cy="365125"/>
          </a:xfrm>
          <a:prstGeom prst="rect">
            <a:avLst/>
          </a:prstGeom>
        </p:spPr>
        <p:txBody>
          <a:bodyPr vert="horz" lIns="91440" tIns="45720" rIns="91440" bIns="45720" rtlCol="0" anchor="ctr"/>
          <a:lstStyle>
            <a:lvl1pPr algn="r">
              <a:defRPr sz="2000">
                <a:solidFill>
                  <a:srgbClr val="FEFFFF"/>
                </a:solidFill>
              </a:defRPr>
            </a:lvl1pPr>
          </a:lstStyle>
          <a:p>
            <a:fld id="{B95F8205-0236-4F6B-AAA2-CF929B88643C}" type="slidenum">
              <a:rPr lang="en-IN" smtClean="0"/>
              <a:t>‹#›</a:t>
            </a:fld>
            <a:endParaRPr lang="en-IN"/>
          </a:p>
        </p:txBody>
      </p:sp>
    </p:spTree>
    <p:extLst>
      <p:ext uri="{BB962C8B-B14F-4D97-AF65-F5344CB8AC3E}">
        <p14:creationId xmlns:p14="http://schemas.microsoft.com/office/powerpoint/2010/main" val="2625863679"/>
      </p:ext>
    </p:extLst>
  </p:cSld>
  <p:clrMap bg1="lt1" tx1="dk1" bg2="lt2" tx2="dk2" accent1="accent1" accent2="accent2" accent3="accent3" accent4="accent4" accent5="accent5" accent6="accent6" hlink="hlink" folHlink="folHlink"/>
  <p:sldLayoutIdLst>
    <p:sldLayoutId id="2147483739" r:id="rId1"/>
    <p:sldLayoutId id="2147483740" r:id="rId2"/>
    <p:sldLayoutId id="2147483741" r:id="rId3"/>
    <p:sldLayoutId id="2147483742" r:id="rId4"/>
    <p:sldLayoutId id="2147483743" r:id="rId5"/>
    <p:sldLayoutId id="2147483744" r:id="rId6"/>
    <p:sldLayoutId id="2147483745" r:id="rId7"/>
    <p:sldLayoutId id="2147483746" r:id="rId8"/>
    <p:sldLayoutId id="2147483747" r:id="rId9"/>
    <p:sldLayoutId id="2147483748" r:id="rId10"/>
    <p:sldLayoutId id="2147483749" r:id="rId11"/>
    <p:sldLayoutId id="2147483750" r:id="rId12"/>
    <p:sldLayoutId id="2147483751" r:id="rId13"/>
    <p:sldLayoutId id="2147483752" r:id="rId14"/>
    <p:sldLayoutId id="2147483753" r:id="rId15"/>
    <p:sldLayoutId id="2147483754" r:id="rId16"/>
  </p:sldLayoutIdLst>
  <p:txStyles>
    <p:titleStyle>
      <a:lvl1pPr algn="l" defTabSz="457200" rtl="0" eaLnBrk="1" latinLnBrk="0" hangingPunct="1">
        <a:spcBef>
          <a:spcPct val="0"/>
        </a:spcBef>
        <a:buNone/>
        <a:defRPr sz="3600" kern="1200">
          <a:solidFill>
            <a:schemeClr val="tx1">
              <a:lumMod val="85000"/>
              <a:lumOff val="1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hyperlink" Target="https://robomongo.org/" TargetMode="External"/><Relationship Id="rId2" Type="http://schemas.openxmlformats.org/officeDocument/2006/relationships/hyperlink" Target="https://www.mongodb.com/try/download/community" TargetMode="Externa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hyperlink" Target="https://docs.mongodb.com/manual/introduction/" TargetMode="External"/><Relationship Id="rId2" Type="http://schemas.openxmlformats.org/officeDocument/2006/relationships/hyperlink" Target="https://www.tutorialspoint.com/mongodb/index.htm"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422401" y="1175327"/>
            <a:ext cx="9472612" cy="2262781"/>
          </a:xfrm>
        </p:spPr>
        <p:txBody>
          <a:bodyPr/>
          <a:lstStyle/>
          <a:p>
            <a:r>
              <a:rPr lang="en-IN" dirty="0"/>
              <a:t>Core Fundamentals of MongoDB</a:t>
            </a:r>
          </a:p>
        </p:txBody>
      </p:sp>
      <p:sp>
        <p:nvSpPr>
          <p:cNvPr id="3" name="Subtitle 2"/>
          <p:cNvSpPr>
            <a:spLocks noGrp="1"/>
          </p:cNvSpPr>
          <p:nvPr>
            <p:ph type="subTitle" idx="1"/>
          </p:nvPr>
        </p:nvSpPr>
        <p:spPr>
          <a:xfrm>
            <a:off x="9698182" y="4777379"/>
            <a:ext cx="1806430" cy="1126283"/>
          </a:xfrm>
        </p:spPr>
        <p:txBody>
          <a:bodyPr/>
          <a:lstStyle/>
          <a:p>
            <a:r>
              <a:rPr lang="en-US" dirty="0" smtClean="0"/>
              <a:t>By</a:t>
            </a:r>
          </a:p>
          <a:p>
            <a:r>
              <a:rPr lang="en-US" dirty="0" smtClean="0"/>
              <a:t>Sarath Baiju</a:t>
            </a:r>
            <a:endParaRPr lang="en-IN" dirty="0"/>
          </a:p>
        </p:txBody>
      </p:sp>
    </p:spTree>
    <p:extLst>
      <p:ext uri="{BB962C8B-B14F-4D97-AF65-F5344CB8AC3E}">
        <p14:creationId xmlns:p14="http://schemas.microsoft.com/office/powerpoint/2010/main" val="119325900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Agenda</a:t>
            </a:r>
            <a:endParaRPr lang="en-IN" dirty="0"/>
          </a:p>
        </p:txBody>
      </p:sp>
      <p:sp>
        <p:nvSpPr>
          <p:cNvPr id="3" name="Content Placeholder 2"/>
          <p:cNvSpPr>
            <a:spLocks noGrp="1"/>
          </p:cNvSpPr>
          <p:nvPr>
            <p:ph idx="1"/>
          </p:nvPr>
        </p:nvSpPr>
        <p:spPr/>
        <p:txBody>
          <a:bodyPr/>
          <a:lstStyle/>
          <a:p>
            <a:r>
              <a:rPr lang="en-US" dirty="0" smtClean="0"/>
              <a:t>What is </a:t>
            </a:r>
            <a:r>
              <a:rPr lang="en-US" dirty="0" err="1" smtClean="0"/>
              <a:t>MongoDb</a:t>
            </a:r>
            <a:r>
              <a:rPr lang="en-US" dirty="0" smtClean="0"/>
              <a:t>?</a:t>
            </a:r>
          </a:p>
          <a:p>
            <a:r>
              <a:rPr lang="en-US" dirty="0" smtClean="0"/>
              <a:t>Core Fundamentals of </a:t>
            </a:r>
            <a:r>
              <a:rPr lang="en-US" dirty="0" err="1" smtClean="0"/>
              <a:t>MongoDb</a:t>
            </a:r>
            <a:endParaRPr lang="en-US" dirty="0" smtClean="0"/>
          </a:p>
          <a:p>
            <a:r>
              <a:rPr lang="en-US" dirty="0"/>
              <a:t>What Is Meant By </a:t>
            </a:r>
            <a:r>
              <a:rPr lang="en-US" dirty="0" smtClean="0"/>
              <a:t>NoSQL?</a:t>
            </a:r>
            <a:endParaRPr lang="en-IN" dirty="0"/>
          </a:p>
        </p:txBody>
      </p:sp>
    </p:spTree>
    <p:extLst>
      <p:ext uri="{BB962C8B-B14F-4D97-AF65-F5344CB8AC3E}">
        <p14:creationId xmlns:p14="http://schemas.microsoft.com/office/powerpoint/2010/main" val="341221648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What Is Meant By NoSQL?</a:t>
            </a:r>
            <a:endParaRPr lang="en-IN" dirty="0"/>
          </a:p>
        </p:txBody>
      </p:sp>
      <p:sp>
        <p:nvSpPr>
          <p:cNvPr id="3" name="Content Placeholder 2"/>
          <p:cNvSpPr>
            <a:spLocks noGrp="1"/>
          </p:cNvSpPr>
          <p:nvPr>
            <p:ph idx="1"/>
          </p:nvPr>
        </p:nvSpPr>
        <p:spPr/>
        <p:txBody>
          <a:bodyPr/>
          <a:lstStyle/>
          <a:p>
            <a:r>
              <a:rPr lang="en-US" dirty="0"/>
              <a:t>A </a:t>
            </a:r>
            <a:r>
              <a:rPr lang="en-US" b="1" dirty="0"/>
              <a:t>NoSQL</a:t>
            </a:r>
            <a:r>
              <a:rPr lang="en-US" dirty="0"/>
              <a:t> originally referring to non SQL or non relational is a database that provides a mechanism for storage and retrieval of data. </a:t>
            </a:r>
            <a:endParaRPr lang="en-US" dirty="0" smtClean="0"/>
          </a:p>
          <a:p>
            <a:r>
              <a:rPr lang="en-US" dirty="0" smtClean="0"/>
              <a:t>This </a:t>
            </a:r>
            <a:r>
              <a:rPr lang="en-US" dirty="0"/>
              <a:t>data is modeled in means other than the tabular relations used in relational databases. </a:t>
            </a:r>
            <a:endParaRPr lang="en-US" dirty="0" smtClean="0"/>
          </a:p>
          <a:p>
            <a:r>
              <a:rPr lang="en-US" dirty="0"/>
              <a:t>The data structures used by NoSQL databases are different from those used by default in relational databases which makes some operations faster in NoSQL</a:t>
            </a:r>
            <a:endParaRPr lang="en-IN" dirty="0"/>
          </a:p>
        </p:txBody>
      </p:sp>
    </p:spTree>
    <p:extLst>
      <p:ext uri="{BB962C8B-B14F-4D97-AF65-F5344CB8AC3E}">
        <p14:creationId xmlns:p14="http://schemas.microsoft.com/office/powerpoint/2010/main" val="386236543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Advantages</a:t>
            </a:r>
            <a:endParaRPr lang="en-IN" dirty="0"/>
          </a:p>
        </p:txBody>
      </p:sp>
      <p:sp>
        <p:nvSpPr>
          <p:cNvPr id="3" name="Content Placeholder 2"/>
          <p:cNvSpPr>
            <a:spLocks noGrp="1"/>
          </p:cNvSpPr>
          <p:nvPr>
            <p:ph idx="1"/>
          </p:nvPr>
        </p:nvSpPr>
        <p:spPr/>
        <p:txBody>
          <a:bodyPr/>
          <a:lstStyle/>
          <a:p>
            <a:r>
              <a:rPr lang="en-US" dirty="0" smtClean="0"/>
              <a:t>Insertion and Retrieve Data is easy</a:t>
            </a:r>
          </a:p>
          <a:p>
            <a:r>
              <a:rPr lang="en-US" dirty="0" smtClean="0"/>
              <a:t>Schema is flexible(easily </a:t>
            </a:r>
            <a:r>
              <a:rPr lang="en-US" dirty="0" err="1" smtClean="0"/>
              <a:t>changeble</a:t>
            </a:r>
            <a:r>
              <a:rPr lang="en-US" dirty="0" smtClean="0"/>
              <a:t>). A document contains relevant information only </a:t>
            </a:r>
          </a:p>
          <a:p>
            <a:r>
              <a:rPr lang="en-US" dirty="0" smtClean="0"/>
              <a:t>Built for metrics, analysis , aggregation </a:t>
            </a:r>
            <a:r>
              <a:rPr lang="en-US" dirty="0" err="1" smtClean="0"/>
              <a:t>etc</a:t>
            </a:r>
            <a:endParaRPr lang="en-IN" dirty="0"/>
          </a:p>
        </p:txBody>
      </p:sp>
    </p:spTree>
    <p:extLst>
      <p:ext uri="{BB962C8B-B14F-4D97-AF65-F5344CB8AC3E}">
        <p14:creationId xmlns:p14="http://schemas.microsoft.com/office/powerpoint/2010/main" val="57758233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Disadvantages</a:t>
            </a:r>
            <a:endParaRPr lang="en-IN" dirty="0"/>
          </a:p>
        </p:txBody>
      </p:sp>
      <p:sp>
        <p:nvSpPr>
          <p:cNvPr id="3" name="Content Placeholder 2"/>
          <p:cNvSpPr>
            <a:spLocks noGrp="1"/>
          </p:cNvSpPr>
          <p:nvPr>
            <p:ph idx="1"/>
          </p:nvPr>
        </p:nvSpPr>
        <p:spPr/>
        <p:txBody>
          <a:bodyPr/>
          <a:lstStyle/>
          <a:p>
            <a:r>
              <a:rPr lang="en-US" dirty="0" smtClean="0"/>
              <a:t>Not built for updates</a:t>
            </a:r>
          </a:p>
          <a:p>
            <a:r>
              <a:rPr lang="en-US" dirty="0" smtClean="0"/>
              <a:t>No Transactions (Financial systems don’t used </a:t>
            </a:r>
            <a:r>
              <a:rPr lang="en-US" dirty="0" err="1" smtClean="0"/>
              <a:t>nosql</a:t>
            </a:r>
            <a:r>
              <a:rPr lang="en-US" dirty="0" smtClean="0"/>
              <a:t> for their transactions)</a:t>
            </a:r>
          </a:p>
          <a:p>
            <a:r>
              <a:rPr lang="en-US" dirty="0" smtClean="0"/>
              <a:t>Read Times are slower.(Reading a particular field like “age” or “salary” in a document)</a:t>
            </a:r>
          </a:p>
          <a:p>
            <a:r>
              <a:rPr lang="en-US" dirty="0" smtClean="0"/>
              <a:t>Relations are not implicit.(There is no relation like </a:t>
            </a:r>
            <a:r>
              <a:rPr lang="en-US" dirty="0" err="1" smtClean="0"/>
              <a:t>fk</a:t>
            </a:r>
            <a:r>
              <a:rPr lang="en-US" dirty="0" smtClean="0"/>
              <a:t> relation in </a:t>
            </a:r>
            <a:r>
              <a:rPr lang="en-US" dirty="0" err="1" smtClean="0"/>
              <a:t>mongodb</a:t>
            </a:r>
            <a:r>
              <a:rPr lang="en-US" dirty="0" smtClean="0"/>
              <a:t>)</a:t>
            </a:r>
          </a:p>
          <a:p>
            <a:r>
              <a:rPr lang="en-US" dirty="0" smtClean="0"/>
              <a:t>Joins are hard </a:t>
            </a:r>
            <a:endParaRPr lang="en-IN" dirty="0"/>
          </a:p>
        </p:txBody>
      </p:sp>
    </p:spTree>
    <p:extLst>
      <p:ext uri="{BB962C8B-B14F-4D97-AF65-F5344CB8AC3E}">
        <p14:creationId xmlns:p14="http://schemas.microsoft.com/office/powerpoint/2010/main" val="213499652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What is </a:t>
            </a:r>
            <a:r>
              <a:rPr lang="en-US" dirty="0" err="1" smtClean="0"/>
              <a:t>MongoDb</a:t>
            </a:r>
            <a:r>
              <a:rPr lang="en-US" dirty="0" smtClean="0"/>
              <a:t>?</a:t>
            </a:r>
            <a:endParaRPr lang="en-IN" dirty="0"/>
          </a:p>
        </p:txBody>
      </p:sp>
      <p:sp>
        <p:nvSpPr>
          <p:cNvPr id="3" name="Content Placeholder 2"/>
          <p:cNvSpPr>
            <a:spLocks noGrp="1"/>
          </p:cNvSpPr>
          <p:nvPr>
            <p:ph idx="1"/>
          </p:nvPr>
        </p:nvSpPr>
        <p:spPr/>
        <p:txBody>
          <a:bodyPr/>
          <a:lstStyle/>
          <a:p>
            <a:r>
              <a:rPr lang="en-US" dirty="0"/>
              <a:t>MongoDB is a </a:t>
            </a:r>
            <a:r>
              <a:rPr lang="en-US" dirty="0" smtClean="0"/>
              <a:t>cross-platform</a:t>
            </a:r>
          </a:p>
          <a:p>
            <a:r>
              <a:rPr lang="en-US" dirty="0" smtClean="0"/>
              <a:t> </a:t>
            </a:r>
            <a:r>
              <a:rPr lang="en-US" dirty="0"/>
              <a:t>document oriented </a:t>
            </a:r>
            <a:r>
              <a:rPr lang="en-US" dirty="0" smtClean="0"/>
              <a:t>database. </a:t>
            </a:r>
          </a:p>
          <a:p>
            <a:r>
              <a:rPr lang="en-US" dirty="0" smtClean="0"/>
              <a:t>MongoDB </a:t>
            </a:r>
            <a:r>
              <a:rPr lang="en-US" dirty="0"/>
              <a:t>works on concept of collection and document</a:t>
            </a:r>
            <a:r>
              <a:rPr lang="en-US" dirty="0" smtClean="0"/>
              <a:t>.</a:t>
            </a:r>
          </a:p>
          <a:p>
            <a:r>
              <a:rPr lang="en-US" dirty="0" smtClean="0"/>
              <a:t>It</a:t>
            </a:r>
            <a:r>
              <a:rPr lang="en-US" dirty="0"/>
              <a:t> </a:t>
            </a:r>
            <a:r>
              <a:rPr lang="en-US" dirty="0" smtClean="0"/>
              <a:t>provides </a:t>
            </a:r>
            <a:r>
              <a:rPr lang="en-US" dirty="0"/>
              <a:t>high performance, high availability, and easy scalability</a:t>
            </a:r>
            <a:endParaRPr lang="en-IN" dirty="0"/>
          </a:p>
        </p:txBody>
      </p:sp>
    </p:spTree>
    <p:extLst>
      <p:ext uri="{BB962C8B-B14F-4D97-AF65-F5344CB8AC3E}">
        <p14:creationId xmlns:p14="http://schemas.microsoft.com/office/powerpoint/2010/main" val="255059000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472852" y="180765"/>
            <a:ext cx="8911687" cy="881416"/>
          </a:xfrm>
        </p:spPr>
        <p:txBody>
          <a:bodyPr/>
          <a:lstStyle/>
          <a:p>
            <a:r>
              <a:rPr lang="en-US" dirty="0"/>
              <a:t>Core Fundamentals of </a:t>
            </a:r>
            <a:r>
              <a:rPr lang="en-US" dirty="0" err="1" smtClean="0"/>
              <a:t>MongoDb</a:t>
            </a:r>
            <a:endParaRPr lang="en-IN" dirty="0"/>
          </a:p>
        </p:txBody>
      </p:sp>
      <p:sp>
        <p:nvSpPr>
          <p:cNvPr id="3" name="Content Placeholder 2"/>
          <p:cNvSpPr>
            <a:spLocks noGrp="1"/>
          </p:cNvSpPr>
          <p:nvPr>
            <p:ph idx="1"/>
          </p:nvPr>
        </p:nvSpPr>
        <p:spPr>
          <a:xfrm>
            <a:off x="1560945" y="923636"/>
            <a:ext cx="10390909" cy="5560291"/>
          </a:xfrm>
        </p:spPr>
        <p:txBody>
          <a:bodyPr>
            <a:normAutofit fontScale="92500" lnSpcReduction="10000"/>
          </a:bodyPr>
          <a:lstStyle/>
          <a:p>
            <a:r>
              <a:rPr lang="en-IN" dirty="0"/>
              <a:t>Database</a:t>
            </a:r>
          </a:p>
          <a:p>
            <a:r>
              <a:rPr lang="en-IN" dirty="0"/>
              <a:t>Collection</a:t>
            </a:r>
          </a:p>
          <a:p>
            <a:r>
              <a:rPr lang="en-IN" dirty="0" smtClean="0"/>
              <a:t>Document</a:t>
            </a:r>
          </a:p>
          <a:p>
            <a:endParaRPr lang="en-US" dirty="0"/>
          </a:p>
          <a:p>
            <a:pPr>
              <a:buFont typeface="Wingdings" panose="05000000000000000000" pitchFamily="2" charset="2"/>
              <a:buChar char="q"/>
            </a:pPr>
            <a:r>
              <a:rPr lang="en-US" dirty="0" smtClean="0"/>
              <a:t> Database:</a:t>
            </a:r>
          </a:p>
          <a:p>
            <a:pPr marL="0" indent="0">
              <a:buNone/>
            </a:pPr>
            <a:r>
              <a:rPr lang="en-US" dirty="0" smtClean="0"/>
              <a:t>         Database </a:t>
            </a:r>
            <a:r>
              <a:rPr lang="en-US" dirty="0"/>
              <a:t>is a physical container for collections. Each database gets its own set of files on the file system. A single MongoDB server typically has multiple databases</a:t>
            </a:r>
            <a:r>
              <a:rPr lang="en-US" dirty="0" smtClean="0"/>
              <a:t>.</a:t>
            </a:r>
          </a:p>
          <a:p>
            <a:pPr marL="0" indent="0">
              <a:buNone/>
            </a:pPr>
            <a:endParaRPr lang="en-US" dirty="0"/>
          </a:p>
          <a:p>
            <a:pPr>
              <a:buFont typeface="Wingdings" panose="05000000000000000000" pitchFamily="2" charset="2"/>
              <a:buChar char="q"/>
            </a:pPr>
            <a:r>
              <a:rPr lang="en-IN" dirty="0"/>
              <a:t>Collection</a:t>
            </a:r>
          </a:p>
          <a:p>
            <a:pPr marL="0" indent="0">
              <a:buNone/>
            </a:pPr>
            <a:r>
              <a:rPr lang="en-US" dirty="0"/>
              <a:t>Collection is a group of MongoDB documents. It is the equivalent of an RDBMS table. A collection exists within a single database. Collections do not enforce a schema. Documents within a collection can have different fields. Typically, all documents in a collection are of similar or related purpose</a:t>
            </a:r>
            <a:r>
              <a:rPr lang="en-US" dirty="0" smtClean="0"/>
              <a:t>.</a:t>
            </a:r>
          </a:p>
          <a:p>
            <a:pPr marL="0" indent="0">
              <a:buNone/>
            </a:pPr>
            <a:endParaRPr lang="en-US" dirty="0" smtClean="0"/>
          </a:p>
          <a:p>
            <a:pPr>
              <a:buFont typeface="Wingdings" panose="05000000000000000000" pitchFamily="2" charset="2"/>
              <a:buChar char="q"/>
            </a:pPr>
            <a:r>
              <a:rPr lang="en-US" dirty="0" smtClean="0"/>
              <a:t>Document</a:t>
            </a:r>
            <a:endParaRPr lang="en-US" dirty="0"/>
          </a:p>
          <a:p>
            <a:pPr marL="0" indent="0">
              <a:buNone/>
            </a:pPr>
            <a:r>
              <a:rPr lang="en-US" dirty="0"/>
              <a:t>A document is a set of key-value pairs. Documents have dynamic schema. Dynamic schema means that documents in the same collection do not need to have the same set of fields or structure, and common fields in a collection's documents may hold different types of data.</a:t>
            </a:r>
          </a:p>
          <a:p>
            <a:pPr marL="0" indent="0">
              <a:buNone/>
            </a:pPr>
            <a:endParaRPr lang="en-US" dirty="0" smtClean="0"/>
          </a:p>
          <a:p>
            <a:pPr marL="0" indent="0">
              <a:buNone/>
            </a:pPr>
            <a:endParaRPr lang="en-US" dirty="0"/>
          </a:p>
          <a:p>
            <a:pPr marL="0" indent="0">
              <a:buNone/>
            </a:pPr>
            <a:endParaRPr lang="en-US" dirty="0" smtClean="0"/>
          </a:p>
          <a:p>
            <a:pPr marL="0" indent="0">
              <a:buNone/>
            </a:pPr>
            <a:endParaRPr lang="en-US" dirty="0"/>
          </a:p>
          <a:p>
            <a:pPr>
              <a:buFont typeface="Wingdings" panose="05000000000000000000" pitchFamily="2" charset="2"/>
              <a:buChar char="Ø"/>
            </a:pPr>
            <a:endParaRPr lang="en-IN" dirty="0"/>
          </a:p>
          <a:p>
            <a:pPr marL="0" indent="0">
              <a:buNone/>
            </a:pPr>
            <a:endParaRPr lang="en-IN" dirty="0"/>
          </a:p>
        </p:txBody>
      </p:sp>
    </p:spTree>
    <p:extLst>
      <p:ext uri="{BB962C8B-B14F-4D97-AF65-F5344CB8AC3E}">
        <p14:creationId xmlns:p14="http://schemas.microsoft.com/office/powerpoint/2010/main" val="51740921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a:stretch>
            <a:fillRect/>
          </a:stretch>
        </p:blipFill>
        <p:spPr>
          <a:xfrm>
            <a:off x="334684" y="507999"/>
            <a:ext cx="11857316" cy="5971310"/>
          </a:xfrm>
          <a:prstGeom prst="rect">
            <a:avLst/>
          </a:prstGeom>
        </p:spPr>
      </p:pic>
    </p:spTree>
    <p:extLst>
      <p:ext uri="{BB962C8B-B14F-4D97-AF65-F5344CB8AC3E}">
        <p14:creationId xmlns:p14="http://schemas.microsoft.com/office/powerpoint/2010/main" val="148952201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a:t>
            </a:r>
            <a:r>
              <a:rPr lang="en-US" dirty="0" smtClean="0"/>
              <a:t>elationship </a:t>
            </a:r>
            <a:r>
              <a:rPr lang="en-US" dirty="0"/>
              <a:t>of RDBMS terminology with MongoDB.</a:t>
            </a:r>
            <a:endParaRPr lang="en-IN" dirty="0"/>
          </a:p>
        </p:txBody>
      </p:sp>
      <p:pic>
        <p:nvPicPr>
          <p:cNvPr id="4" name="Content Placeholder 3"/>
          <p:cNvPicPr>
            <a:picLocks noGrp="1" noChangeAspect="1"/>
          </p:cNvPicPr>
          <p:nvPr>
            <p:ph idx="1"/>
          </p:nvPr>
        </p:nvPicPr>
        <p:blipFill>
          <a:blip r:embed="rId2"/>
          <a:stretch>
            <a:fillRect/>
          </a:stretch>
        </p:blipFill>
        <p:spPr>
          <a:xfrm>
            <a:off x="2592925" y="2134177"/>
            <a:ext cx="8644652" cy="4312806"/>
          </a:xfrm>
          <a:prstGeom prst="rect">
            <a:avLst/>
          </a:prstGeom>
        </p:spPr>
      </p:pic>
    </p:spTree>
    <p:extLst>
      <p:ext uri="{BB962C8B-B14F-4D97-AF65-F5344CB8AC3E}">
        <p14:creationId xmlns:p14="http://schemas.microsoft.com/office/powerpoint/2010/main" val="13624973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a:t>Sample Document</a:t>
            </a:r>
            <a:br>
              <a:rPr lang="en-IN" dirty="0"/>
            </a:br>
            <a:endParaRPr lang="en-IN" dirty="0"/>
          </a:p>
        </p:txBody>
      </p:sp>
      <p:pic>
        <p:nvPicPr>
          <p:cNvPr id="4" name="Content Placeholder 3"/>
          <p:cNvPicPr>
            <a:picLocks noGrp="1" noChangeAspect="1"/>
          </p:cNvPicPr>
          <p:nvPr>
            <p:ph idx="1"/>
          </p:nvPr>
        </p:nvPicPr>
        <p:blipFill>
          <a:blip r:embed="rId2"/>
          <a:stretch>
            <a:fillRect/>
          </a:stretch>
        </p:blipFill>
        <p:spPr>
          <a:xfrm>
            <a:off x="2592925" y="1334336"/>
            <a:ext cx="7831570" cy="5523664"/>
          </a:xfrm>
          <a:prstGeom prst="rect">
            <a:avLst/>
          </a:prstGeom>
        </p:spPr>
      </p:pic>
    </p:spTree>
    <p:extLst>
      <p:ext uri="{BB962C8B-B14F-4D97-AF65-F5344CB8AC3E}">
        <p14:creationId xmlns:p14="http://schemas.microsoft.com/office/powerpoint/2010/main" val="148460073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Installation steps</a:t>
            </a:r>
            <a:endParaRPr lang="en-IN" dirty="0"/>
          </a:p>
        </p:txBody>
      </p:sp>
      <p:sp>
        <p:nvSpPr>
          <p:cNvPr id="3" name="Content Placeholder 2"/>
          <p:cNvSpPr>
            <a:spLocks noGrp="1"/>
          </p:cNvSpPr>
          <p:nvPr>
            <p:ph idx="1"/>
          </p:nvPr>
        </p:nvSpPr>
        <p:spPr/>
        <p:txBody>
          <a:bodyPr/>
          <a:lstStyle/>
          <a:p>
            <a:r>
              <a:rPr lang="en-IN" dirty="0"/>
              <a:t>1. Download and install </a:t>
            </a:r>
            <a:r>
              <a:rPr lang="en-IN" dirty="0" err="1"/>
              <a:t>mongodb</a:t>
            </a:r>
            <a:r>
              <a:rPr lang="en-IN" dirty="0"/>
              <a:t/>
            </a:r>
            <a:br>
              <a:rPr lang="en-IN" dirty="0"/>
            </a:br>
            <a:r>
              <a:rPr lang="en-IN" dirty="0" err="1"/>
              <a:t>url</a:t>
            </a:r>
            <a:r>
              <a:rPr lang="en-IN" dirty="0"/>
              <a:t> : </a:t>
            </a:r>
            <a:r>
              <a:rPr lang="en-IN" dirty="0">
                <a:hlinkClick r:id="rId2"/>
              </a:rPr>
              <a:t>https://www.mongodb.com/try/download/community</a:t>
            </a:r>
            <a:r>
              <a:rPr lang="en-IN" dirty="0"/>
              <a:t/>
            </a:r>
            <a:br>
              <a:rPr lang="en-IN" dirty="0"/>
            </a:br>
            <a:r>
              <a:rPr lang="en-IN" dirty="0"/>
              <a:t/>
            </a:r>
            <a:br>
              <a:rPr lang="en-IN" dirty="0"/>
            </a:br>
            <a:r>
              <a:rPr lang="en-IN" dirty="0"/>
              <a:t>2. After installation add Environment </a:t>
            </a:r>
            <a:r>
              <a:rPr lang="en-IN" dirty="0" smtClean="0"/>
              <a:t>Path (Optional)</a:t>
            </a:r>
            <a:r>
              <a:rPr lang="en-IN" dirty="0"/>
              <a:t/>
            </a:r>
            <a:br>
              <a:rPr lang="en-IN" dirty="0"/>
            </a:br>
            <a:r>
              <a:rPr lang="en-IN" dirty="0"/>
              <a:t>C:\Program Files\MongoDB\Server\5.0\bin</a:t>
            </a:r>
            <a:r>
              <a:rPr lang="en-IN" dirty="0"/>
              <a:t/>
            </a:r>
            <a:br>
              <a:rPr lang="en-IN" dirty="0"/>
            </a:br>
            <a:r>
              <a:rPr lang="en-IN" dirty="0"/>
              <a:t/>
            </a:r>
            <a:br>
              <a:rPr lang="en-IN" dirty="0"/>
            </a:br>
            <a:r>
              <a:rPr lang="en-IN" dirty="0"/>
              <a:t>3. Install Robo3T</a:t>
            </a:r>
            <a:r>
              <a:rPr lang="en-IN" dirty="0"/>
              <a:t/>
            </a:r>
            <a:br>
              <a:rPr lang="en-IN" dirty="0"/>
            </a:br>
            <a:r>
              <a:rPr lang="en-IN" dirty="0" err="1"/>
              <a:t>url</a:t>
            </a:r>
            <a:r>
              <a:rPr lang="en-IN" dirty="0"/>
              <a:t> : </a:t>
            </a:r>
            <a:r>
              <a:rPr lang="en-IN" dirty="0">
                <a:hlinkClick r:id="rId3"/>
              </a:rPr>
              <a:t>https://robomongo.org/</a:t>
            </a:r>
            <a:endParaRPr lang="en-IN" dirty="0"/>
          </a:p>
        </p:txBody>
      </p:sp>
    </p:spTree>
    <p:extLst>
      <p:ext uri="{BB962C8B-B14F-4D97-AF65-F5344CB8AC3E}">
        <p14:creationId xmlns:p14="http://schemas.microsoft.com/office/powerpoint/2010/main" val="370062605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References</a:t>
            </a:r>
            <a:endParaRPr lang="en-IN" dirty="0"/>
          </a:p>
        </p:txBody>
      </p:sp>
      <p:sp>
        <p:nvSpPr>
          <p:cNvPr id="3" name="Content Placeholder 2"/>
          <p:cNvSpPr>
            <a:spLocks noGrp="1"/>
          </p:cNvSpPr>
          <p:nvPr>
            <p:ph idx="1"/>
          </p:nvPr>
        </p:nvSpPr>
        <p:spPr/>
        <p:txBody>
          <a:bodyPr/>
          <a:lstStyle/>
          <a:p>
            <a:r>
              <a:rPr lang="en-IN" dirty="0">
                <a:hlinkClick r:id="rId2"/>
              </a:rPr>
              <a:t>https://</a:t>
            </a:r>
            <a:r>
              <a:rPr lang="en-IN" dirty="0" smtClean="0">
                <a:hlinkClick r:id="rId2"/>
              </a:rPr>
              <a:t>www.tutorialspoint.com/mongodb/index.htm</a:t>
            </a:r>
            <a:endParaRPr lang="en-IN" dirty="0" smtClean="0"/>
          </a:p>
          <a:p>
            <a:r>
              <a:rPr lang="en-IN" dirty="0">
                <a:hlinkClick r:id="rId3"/>
              </a:rPr>
              <a:t>https://docs.mongodb.com/manual/introduction</a:t>
            </a:r>
            <a:r>
              <a:rPr lang="en-IN" dirty="0" smtClean="0">
                <a:hlinkClick r:id="rId3"/>
              </a:rPr>
              <a:t>/</a:t>
            </a:r>
            <a:endParaRPr lang="en-IN" dirty="0" smtClean="0"/>
          </a:p>
          <a:p>
            <a:endParaRPr lang="en-IN" dirty="0"/>
          </a:p>
        </p:txBody>
      </p:sp>
    </p:spTree>
    <p:extLst>
      <p:ext uri="{BB962C8B-B14F-4D97-AF65-F5344CB8AC3E}">
        <p14:creationId xmlns:p14="http://schemas.microsoft.com/office/powerpoint/2010/main" val="2323719451"/>
      </p:ext>
    </p:extLst>
  </p:cSld>
  <p:clrMapOvr>
    <a:masterClrMapping/>
  </p:clrMapOvr>
</p:sld>
</file>

<file path=ppt/theme/theme1.xml><?xml version="1.0" encoding="utf-8"?>
<a:theme xmlns:a="http://schemas.openxmlformats.org/drawingml/2006/main" name="Wisp">
  <a:themeElements>
    <a:clrScheme name="Wisp">
      <a:dk1>
        <a:sysClr val="windowText" lastClr="000000"/>
      </a:dk1>
      <a:lt1>
        <a:sysClr val="window" lastClr="FFFFFF"/>
      </a:lt1>
      <a:dk2>
        <a:srgbClr val="766F54"/>
      </a:dk2>
      <a:lt2>
        <a:srgbClr val="E3EACF"/>
      </a:lt2>
      <a:accent1>
        <a:srgbClr val="A53010"/>
      </a:accent1>
      <a:accent2>
        <a:srgbClr val="DE7E18"/>
      </a:accent2>
      <a:accent3>
        <a:srgbClr val="9F8351"/>
      </a:accent3>
      <a:accent4>
        <a:srgbClr val="728653"/>
      </a:accent4>
      <a:accent5>
        <a:srgbClr val="92AA4C"/>
      </a:accent5>
      <a:accent6>
        <a:srgbClr val="6AAC91"/>
      </a:accent6>
      <a:hlink>
        <a:srgbClr val="FB4A18"/>
      </a:hlink>
      <a:folHlink>
        <a:srgbClr val="FB9318"/>
      </a:folHlink>
    </a:clrScheme>
    <a:fontScheme name="Wisp">
      <a:maj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Wisp">
      <a:fillStyleLst>
        <a:solidFill>
          <a:schemeClr val="phClr"/>
        </a:solidFill>
        <a:solidFill>
          <a:schemeClr val="phClr">
            <a:tint val="70000"/>
            <a:lumMod val="104000"/>
          </a:schemeClr>
        </a:solidFill>
        <a:gradFill rotWithShape="1">
          <a:gsLst>
            <a:gs pos="0">
              <a:schemeClr val="phClr">
                <a:tint val="96000"/>
                <a:lumMod val="104000"/>
              </a:schemeClr>
            </a:gs>
            <a:gs pos="100000">
              <a:schemeClr val="phClr">
                <a:shade val="98000"/>
                <a:lumMod val="94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2225" cap="rnd" cmpd="sng" algn="ctr">
          <a:solidFill>
            <a:schemeClr val="phClr"/>
          </a:solidFill>
          <a:prstDash val="solid"/>
        </a:ln>
      </a:lnStyleLst>
      <a:effectStyleLst>
        <a:effectStyle>
          <a:effectLst/>
        </a:effectStyle>
        <a:effectStyle>
          <a:effectLst>
            <a:outerShdw blurRad="38100" dist="25400" dir="5400000" rotWithShape="0">
              <a:srgbClr val="000000">
                <a:alpha val="25000"/>
              </a:srgbClr>
            </a:outerShdw>
          </a:effectLst>
        </a:effectStyle>
        <a:effectStyle>
          <a:effectLst>
            <a:outerShdw blurRad="50800" dist="38100" dir="5400000" rotWithShape="0">
              <a:srgbClr val="000000">
                <a:alpha val="60000"/>
              </a:srgbClr>
            </a:outerShdw>
          </a:effectLst>
        </a:effectStyle>
      </a:effectStyleLst>
      <a:bgFillStyleLst>
        <a:solidFill>
          <a:schemeClr val="phClr"/>
        </a:solidFill>
        <a:gradFill rotWithShape="1">
          <a:gsLst>
            <a:gs pos="0">
              <a:schemeClr val="phClr">
                <a:tint val="90000"/>
                <a:lumMod val="120000"/>
              </a:schemeClr>
            </a:gs>
            <a:gs pos="100000">
              <a:schemeClr val="phClr">
                <a:shade val="98000"/>
                <a:satMod val="120000"/>
                <a:lumMod val="98000"/>
              </a:schemeClr>
            </a:gs>
          </a:gsLst>
          <a:lin ang="5400000" scaled="0"/>
        </a:gradFill>
        <a:gradFill rotWithShape="1">
          <a:gsLst>
            <a:gs pos="0">
              <a:schemeClr val="phClr">
                <a:tint val="90000"/>
                <a:satMod val="92000"/>
                <a:lumMod val="120000"/>
              </a:schemeClr>
            </a:gs>
            <a:gs pos="100000">
              <a:schemeClr val="phClr">
                <a:shade val="98000"/>
                <a:satMod val="120000"/>
                <a:lumMod val="98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Wisp" id="{7CB32D59-10C0-40DD-B7BD-2E94284A981C}" vid="{24B1A44C-C006-48B2-A4D7-E5549B3D8CD4}"/>
    </a:ext>
  </a:extLst>
</a:theme>
</file>

<file path=docProps/app.xml><?xml version="1.0" encoding="utf-8"?>
<Properties xmlns="http://schemas.openxmlformats.org/officeDocument/2006/extended-properties" xmlns:vt="http://schemas.openxmlformats.org/officeDocument/2006/docPropsVTypes">
  <Template>Wisp</Template>
  <TotalTime>207</TotalTime>
  <Words>307</Words>
  <Application>Microsoft Office PowerPoint</Application>
  <PresentationFormat>Widescreen</PresentationFormat>
  <Paragraphs>50</Paragraphs>
  <Slides>12</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12</vt:i4>
      </vt:variant>
    </vt:vector>
  </HeadingPairs>
  <TitlesOfParts>
    <vt:vector size="17" baseType="lpstr">
      <vt:lpstr>Arial</vt:lpstr>
      <vt:lpstr>Century Gothic</vt:lpstr>
      <vt:lpstr>Wingdings</vt:lpstr>
      <vt:lpstr>Wingdings 3</vt:lpstr>
      <vt:lpstr>Wisp</vt:lpstr>
      <vt:lpstr>Core Fundamentals of MongoDB</vt:lpstr>
      <vt:lpstr>Agenda</vt:lpstr>
      <vt:lpstr>What Is Meant By NoSQL?</vt:lpstr>
      <vt:lpstr>Advantages</vt:lpstr>
      <vt:lpstr>Disadvantages</vt:lpstr>
      <vt:lpstr>What is MongoDb?</vt:lpstr>
      <vt:lpstr>Core Fundamentals of MongoDb</vt:lpstr>
      <vt:lpstr>PowerPoint Presentation</vt:lpstr>
      <vt:lpstr>Relationship of RDBMS terminology with MongoDB.</vt:lpstr>
      <vt:lpstr>Sample Document </vt:lpstr>
      <vt:lpstr>Installation steps</vt:lpstr>
      <vt:lpstr>References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Core Fundamentals of MongoDB</dc:title>
  <dc:creator>Sarath Baiju</dc:creator>
  <cp:lastModifiedBy>Sarath Baiju</cp:lastModifiedBy>
  <cp:revision>13</cp:revision>
  <dcterms:created xsi:type="dcterms:W3CDTF">2022-01-12T09:19:03Z</dcterms:created>
  <dcterms:modified xsi:type="dcterms:W3CDTF">2022-01-17T08:44:35Z</dcterms:modified>
</cp:coreProperties>
</file>