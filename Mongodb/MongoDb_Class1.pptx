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64"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8EC1668-57D9-433B-B282-7BE283FD0F28}"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3859748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EC1668-57D9-433B-B282-7BE283FD0F28}"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4128283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EC1668-57D9-433B-B282-7BE283FD0F28}"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3359705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8EC1668-57D9-433B-B282-7BE283FD0F28}"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3775869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8EC1668-57D9-433B-B282-7BE283FD0F28}" type="datetimeFigureOut">
              <a:rPr lang="en-IN" smtClean="0"/>
              <a:t>12-01-2022</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2334553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8EC1668-57D9-433B-B282-7BE283FD0F28}" type="datetimeFigureOut">
              <a:rPr lang="en-IN" smtClean="0"/>
              <a:t>12-01-2022</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1538597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EC1668-57D9-433B-B282-7BE283FD0F28}" type="datetimeFigureOut">
              <a:rPr lang="en-IN" smtClean="0"/>
              <a:t>12-01-2022</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2231891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8EC1668-57D9-433B-B282-7BE283FD0F28}"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20398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8EC1668-57D9-433B-B282-7BE283FD0F28}"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1176361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EC1668-57D9-433B-B282-7BE283FD0F28}"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12765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EC1668-57D9-433B-B282-7BE283FD0F28}"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95F8205-0236-4F6B-AAA2-CF929B88643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08230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8EC1668-57D9-433B-B282-7BE283FD0F28}"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3604326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8EC1668-57D9-433B-B282-7BE283FD0F28}"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95F8205-0236-4F6B-AAA2-CF929B88643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45705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88EC1668-57D9-433B-B282-7BE283FD0F28}" type="datetimeFigureOut">
              <a:rPr lang="en-IN" smtClean="0"/>
              <a:t>12-01-2022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19937310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EC1668-57D9-433B-B282-7BE283FD0F28}"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3143282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EC1668-57D9-433B-B282-7BE283FD0F28}" type="datetimeFigureOut">
              <a:rPr lang="en-IN" smtClean="0"/>
              <a:t>12-01-2022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95F8205-0236-4F6B-AAA2-CF929B88643C}" type="slidenum">
              <a:rPr lang="en-IN" smtClean="0"/>
              <a:t>‹#›</a:t>
            </a:fld>
            <a:endParaRPr lang="en-IN"/>
          </a:p>
        </p:txBody>
      </p:sp>
    </p:spTree>
    <p:extLst>
      <p:ext uri="{BB962C8B-B14F-4D97-AF65-F5344CB8AC3E}">
        <p14:creationId xmlns:p14="http://schemas.microsoft.com/office/powerpoint/2010/main" val="3107130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8EC1668-57D9-433B-B282-7BE283FD0F28}" type="datetimeFigureOut">
              <a:rPr lang="en-IN" smtClean="0"/>
              <a:t>12-01-2022</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95F8205-0236-4F6B-AAA2-CF929B88643C}" type="slidenum">
              <a:rPr lang="en-IN" smtClean="0"/>
              <a:t>‹#›</a:t>
            </a:fld>
            <a:endParaRPr lang="en-IN"/>
          </a:p>
        </p:txBody>
      </p:sp>
    </p:spTree>
    <p:extLst>
      <p:ext uri="{BB962C8B-B14F-4D97-AF65-F5344CB8AC3E}">
        <p14:creationId xmlns:p14="http://schemas.microsoft.com/office/powerpoint/2010/main" val="262586367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cs.mongodb.com/manual/introduction/" TargetMode="External"/><Relationship Id="rId2" Type="http://schemas.openxmlformats.org/officeDocument/2006/relationships/hyperlink" Target="https://www.tutorialspoint.com/mongodb/index.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2401" y="1175327"/>
            <a:ext cx="9472612" cy="2262781"/>
          </a:xfrm>
        </p:spPr>
        <p:txBody>
          <a:bodyPr/>
          <a:lstStyle/>
          <a:p>
            <a:r>
              <a:rPr lang="en-IN" dirty="0"/>
              <a:t>Core Fundamentals of MongoDB</a:t>
            </a:r>
          </a:p>
        </p:txBody>
      </p:sp>
      <p:sp>
        <p:nvSpPr>
          <p:cNvPr id="3" name="Subtitle 2"/>
          <p:cNvSpPr>
            <a:spLocks noGrp="1"/>
          </p:cNvSpPr>
          <p:nvPr>
            <p:ph type="subTitle" idx="1"/>
          </p:nvPr>
        </p:nvSpPr>
        <p:spPr>
          <a:xfrm>
            <a:off x="9698182" y="4777379"/>
            <a:ext cx="1806430" cy="1126283"/>
          </a:xfrm>
        </p:spPr>
        <p:txBody>
          <a:bodyPr/>
          <a:lstStyle/>
          <a:p>
            <a:r>
              <a:rPr lang="en-US" dirty="0" smtClean="0"/>
              <a:t>By</a:t>
            </a:r>
          </a:p>
          <a:p>
            <a:r>
              <a:rPr lang="en-US" dirty="0" smtClean="0"/>
              <a:t>Sarath Baiju</a:t>
            </a:r>
            <a:endParaRPr lang="en-IN" dirty="0"/>
          </a:p>
        </p:txBody>
      </p:sp>
    </p:spTree>
    <p:extLst>
      <p:ext uri="{BB962C8B-B14F-4D97-AF65-F5344CB8AC3E}">
        <p14:creationId xmlns:p14="http://schemas.microsoft.com/office/powerpoint/2010/main" val="1193259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IN" dirty="0"/>
          </a:p>
        </p:txBody>
      </p:sp>
      <p:sp>
        <p:nvSpPr>
          <p:cNvPr id="3" name="Content Placeholder 2"/>
          <p:cNvSpPr>
            <a:spLocks noGrp="1"/>
          </p:cNvSpPr>
          <p:nvPr>
            <p:ph idx="1"/>
          </p:nvPr>
        </p:nvSpPr>
        <p:spPr/>
        <p:txBody>
          <a:bodyPr/>
          <a:lstStyle/>
          <a:p>
            <a:r>
              <a:rPr lang="en-US" dirty="0" smtClean="0"/>
              <a:t>What is </a:t>
            </a:r>
            <a:r>
              <a:rPr lang="en-US" dirty="0" err="1" smtClean="0"/>
              <a:t>MongoDb</a:t>
            </a:r>
            <a:r>
              <a:rPr lang="en-US" dirty="0" smtClean="0"/>
              <a:t>?</a:t>
            </a:r>
          </a:p>
          <a:p>
            <a:r>
              <a:rPr lang="en-US" dirty="0" smtClean="0"/>
              <a:t>Core Fundamentals of </a:t>
            </a:r>
            <a:r>
              <a:rPr lang="en-US" dirty="0" err="1" smtClean="0"/>
              <a:t>MongoDb</a:t>
            </a:r>
            <a:endParaRPr lang="en-US" dirty="0" smtClean="0"/>
          </a:p>
          <a:p>
            <a:r>
              <a:rPr lang="en-US" dirty="0"/>
              <a:t>What Is Meant By </a:t>
            </a:r>
            <a:r>
              <a:rPr lang="en-US" dirty="0" smtClean="0"/>
              <a:t>NoSQL?</a:t>
            </a:r>
            <a:endParaRPr lang="en-IN" dirty="0"/>
          </a:p>
        </p:txBody>
      </p:sp>
    </p:spTree>
    <p:extLst>
      <p:ext uri="{BB962C8B-B14F-4D97-AF65-F5344CB8AC3E}">
        <p14:creationId xmlns:p14="http://schemas.microsoft.com/office/powerpoint/2010/main" val="3412216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Meant By NoSQL?</a:t>
            </a:r>
            <a:endParaRPr lang="en-IN" dirty="0"/>
          </a:p>
        </p:txBody>
      </p:sp>
      <p:sp>
        <p:nvSpPr>
          <p:cNvPr id="3" name="Content Placeholder 2"/>
          <p:cNvSpPr>
            <a:spLocks noGrp="1"/>
          </p:cNvSpPr>
          <p:nvPr>
            <p:ph idx="1"/>
          </p:nvPr>
        </p:nvSpPr>
        <p:spPr/>
        <p:txBody>
          <a:bodyPr/>
          <a:lstStyle/>
          <a:p>
            <a:r>
              <a:rPr lang="en-US" dirty="0"/>
              <a:t>A </a:t>
            </a:r>
            <a:r>
              <a:rPr lang="en-US" b="1" dirty="0"/>
              <a:t>NoSQL</a:t>
            </a:r>
            <a:r>
              <a:rPr lang="en-US" dirty="0"/>
              <a:t> originally referring to non SQL or non relational is a database that provides a mechanism for storage and retrieval of data. </a:t>
            </a:r>
            <a:endParaRPr lang="en-US" dirty="0" smtClean="0"/>
          </a:p>
          <a:p>
            <a:r>
              <a:rPr lang="en-US" dirty="0" smtClean="0"/>
              <a:t>This </a:t>
            </a:r>
            <a:r>
              <a:rPr lang="en-US" dirty="0"/>
              <a:t>data is modeled in means other than the tabular relations used in relational databases. </a:t>
            </a:r>
            <a:endParaRPr lang="en-US" dirty="0" smtClean="0"/>
          </a:p>
          <a:p>
            <a:r>
              <a:rPr lang="en-US" dirty="0"/>
              <a:t>The data structures used by NoSQL databases are different from those used by default in relational databases which makes some operations faster in NoSQL</a:t>
            </a:r>
            <a:endParaRPr lang="en-IN" dirty="0"/>
          </a:p>
        </p:txBody>
      </p:sp>
    </p:spTree>
    <p:extLst>
      <p:ext uri="{BB962C8B-B14F-4D97-AF65-F5344CB8AC3E}">
        <p14:creationId xmlns:p14="http://schemas.microsoft.com/office/powerpoint/2010/main" val="3862365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err="1" smtClean="0"/>
              <a:t>MongoDb</a:t>
            </a:r>
            <a:r>
              <a:rPr lang="en-US" dirty="0" smtClean="0"/>
              <a:t>?</a:t>
            </a:r>
            <a:endParaRPr lang="en-IN" dirty="0"/>
          </a:p>
        </p:txBody>
      </p:sp>
      <p:sp>
        <p:nvSpPr>
          <p:cNvPr id="3" name="Content Placeholder 2"/>
          <p:cNvSpPr>
            <a:spLocks noGrp="1"/>
          </p:cNvSpPr>
          <p:nvPr>
            <p:ph idx="1"/>
          </p:nvPr>
        </p:nvSpPr>
        <p:spPr/>
        <p:txBody>
          <a:bodyPr/>
          <a:lstStyle/>
          <a:p>
            <a:r>
              <a:rPr lang="en-US" dirty="0"/>
              <a:t>MongoDB is a </a:t>
            </a:r>
            <a:r>
              <a:rPr lang="en-US" dirty="0" smtClean="0"/>
              <a:t>cross-platform</a:t>
            </a:r>
          </a:p>
          <a:p>
            <a:r>
              <a:rPr lang="en-US" dirty="0" smtClean="0"/>
              <a:t> </a:t>
            </a:r>
            <a:r>
              <a:rPr lang="en-US" dirty="0"/>
              <a:t>document oriented </a:t>
            </a:r>
            <a:r>
              <a:rPr lang="en-US" dirty="0" smtClean="0"/>
              <a:t>database. </a:t>
            </a:r>
          </a:p>
          <a:p>
            <a:r>
              <a:rPr lang="en-US" dirty="0" smtClean="0"/>
              <a:t>MongoDB </a:t>
            </a:r>
            <a:r>
              <a:rPr lang="en-US" dirty="0"/>
              <a:t>works on concept of collection and document</a:t>
            </a:r>
            <a:r>
              <a:rPr lang="en-US" dirty="0" smtClean="0"/>
              <a:t>.</a:t>
            </a:r>
          </a:p>
          <a:p>
            <a:r>
              <a:rPr lang="en-US" dirty="0" smtClean="0"/>
              <a:t>It</a:t>
            </a:r>
            <a:r>
              <a:rPr lang="en-US" dirty="0"/>
              <a:t> </a:t>
            </a:r>
            <a:r>
              <a:rPr lang="en-US" dirty="0" smtClean="0"/>
              <a:t>provides </a:t>
            </a:r>
            <a:r>
              <a:rPr lang="en-US" dirty="0"/>
              <a:t>high performance, high availability, and easy scalability</a:t>
            </a:r>
            <a:endParaRPr lang="en-IN" dirty="0"/>
          </a:p>
        </p:txBody>
      </p:sp>
    </p:spTree>
    <p:extLst>
      <p:ext uri="{BB962C8B-B14F-4D97-AF65-F5344CB8AC3E}">
        <p14:creationId xmlns:p14="http://schemas.microsoft.com/office/powerpoint/2010/main" val="2550590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2852" y="180765"/>
            <a:ext cx="8911687" cy="881416"/>
          </a:xfrm>
        </p:spPr>
        <p:txBody>
          <a:bodyPr/>
          <a:lstStyle/>
          <a:p>
            <a:r>
              <a:rPr lang="en-US" dirty="0"/>
              <a:t>Core Fundamentals of </a:t>
            </a:r>
            <a:r>
              <a:rPr lang="en-US" dirty="0" err="1" smtClean="0"/>
              <a:t>MongoDb</a:t>
            </a:r>
            <a:endParaRPr lang="en-IN" dirty="0"/>
          </a:p>
        </p:txBody>
      </p:sp>
      <p:sp>
        <p:nvSpPr>
          <p:cNvPr id="3" name="Content Placeholder 2"/>
          <p:cNvSpPr>
            <a:spLocks noGrp="1"/>
          </p:cNvSpPr>
          <p:nvPr>
            <p:ph idx="1"/>
          </p:nvPr>
        </p:nvSpPr>
        <p:spPr>
          <a:xfrm>
            <a:off x="1560945" y="923636"/>
            <a:ext cx="10390909" cy="5560291"/>
          </a:xfrm>
        </p:spPr>
        <p:txBody>
          <a:bodyPr>
            <a:normAutofit fontScale="92500" lnSpcReduction="10000"/>
          </a:bodyPr>
          <a:lstStyle/>
          <a:p>
            <a:r>
              <a:rPr lang="en-IN" dirty="0"/>
              <a:t>Database</a:t>
            </a:r>
          </a:p>
          <a:p>
            <a:r>
              <a:rPr lang="en-IN" dirty="0"/>
              <a:t>Collection</a:t>
            </a:r>
          </a:p>
          <a:p>
            <a:r>
              <a:rPr lang="en-IN" dirty="0" smtClean="0"/>
              <a:t>Document</a:t>
            </a:r>
          </a:p>
          <a:p>
            <a:endParaRPr lang="en-US" dirty="0"/>
          </a:p>
          <a:p>
            <a:pPr>
              <a:buFont typeface="Wingdings" panose="05000000000000000000" pitchFamily="2" charset="2"/>
              <a:buChar char="q"/>
            </a:pPr>
            <a:r>
              <a:rPr lang="en-US" dirty="0" smtClean="0"/>
              <a:t> Database:</a:t>
            </a:r>
          </a:p>
          <a:p>
            <a:pPr marL="0" indent="0">
              <a:buNone/>
            </a:pPr>
            <a:r>
              <a:rPr lang="en-US" dirty="0" smtClean="0"/>
              <a:t>         Database </a:t>
            </a:r>
            <a:r>
              <a:rPr lang="en-US" dirty="0"/>
              <a:t>is a physical container for collections. Each database gets its own set of files on the file system. A single MongoDB server typically has multiple databases</a:t>
            </a:r>
            <a:r>
              <a:rPr lang="en-US" dirty="0" smtClean="0"/>
              <a:t>.</a:t>
            </a:r>
          </a:p>
          <a:p>
            <a:pPr marL="0" indent="0">
              <a:buNone/>
            </a:pPr>
            <a:endParaRPr lang="en-US" dirty="0"/>
          </a:p>
          <a:p>
            <a:pPr>
              <a:buFont typeface="Wingdings" panose="05000000000000000000" pitchFamily="2" charset="2"/>
              <a:buChar char="q"/>
            </a:pPr>
            <a:r>
              <a:rPr lang="en-IN" dirty="0"/>
              <a:t>Collection</a:t>
            </a:r>
          </a:p>
          <a:p>
            <a:pPr marL="0" indent="0">
              <a:buNone/>
            </a:pPr>
            <a:r>
              <a:rPr lang="en-US" dirty="0"/>
              <a:t>Collection is a group of MongoDB documents. It is the equivalent of an RDBMS table. A collection exists within a single database. Collections do not enforce a schema. Documents within a collection can have different fields. Typically, all documents in a collection are of similar or related purpose</a:t>
            </a:r>
            <a:r>
              <a:rPr lang="en-US" dirty="0" smtClean="0"/>
              <a:t>.</a:t>
            </a:r>
          </a:p>
          <a:p>
            <a:pPr marL="0" indent="0">
              <a:buNone/>
            </a:pPr>
            <a:endParaRPr lang="en-US" dirty="0" smtClean="0"/>
          </a:p>
          <a:p>
            <a:pPr>
              <a:buFont typeface="Wingdings" panose="05000000000000000000" pitchFamily="2" charset="2"/>
              <a:buChar char="q"/>
            </a:pPr>
            <a:r>
              <a:rPr lang="en-US" dirty="0" smtClean="0"/>
              <a:t>Document</a:t>
            </a:r>
            <a:endParaRPr lang="en-US" dirty="0"/>
          </a:p>
          <a:p>
            <a:pPr marL="0" indent="0">
              <a:buNone/>
            </a:pPr>
            <a:r>
              <a:rPr lang="en-US" dirty="0"/>
              <a:t>A document is a set of key-value pairs. Documents have dynamic schema. Dynamic schema means that documents in the same collection do not need to have the same set of fields or structure, and common fields in a collection's documents may hold different types of data.</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a:buFont typeface="Wingdings" panose="05000000000000000000" pitchFamily="2" charset="2"/>
              <a:buChar char="Ø"/>
            </a:pPr>
            <a:endParaRPr lang="en-IN" dirty="0"/>
          </a:p>
          <a:p>
            <a:pPr marL="0" indent="0">
              <a:buNone/>
            </a:pPr>
            <a:endParaRPr lang="en-IN" dirty="0"/>
          </a:p>
        </p:txBody>
      </p:sp>
    </p:spTree>
    <p:extLst>
      <p:ext uri="{BB962C8B-B14F-4D97-AF65-F5344CB8AC3E}">
        <p14:creationId xmlns:p14="http://schemas.microsoft.com/office/powerpoint/2010/main" val="517409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34684" y="507999"/>
            <a:ext cx="11857316" cy="5971310"/>
          </a:xfrm>
          <a:prstGeom prst="rect">
            <a:avLst/>
          </a:prstGeom>
        </p:spPr>
      </p:pic>
    </p:spTree>
    <p:extLst>
      <p:ext uri="{BB962C8B-B14F-4D97-AF65-F5344CB8AC3E}">
        <p14:creationId xmlns:p14="http://schemas.microsoft.com/office/powerpoint/2010/main" val="1489522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
            </a:r>
            <a:r>
              <a:rPr lang="en-US" dirty="0" smtClean="0"/>
              <a:t>elationship </a:t>
            </a:r>
            <a:r>
              <a:rPr lang="en-US" dirty="0"/>
              <a:t>of RDBMS terminology with MongoDB.</a:t>
            </a:r>
            <a:endParaRPr lang="en-IN" dirty="0"/>
          </a:p>
        </p:txBody>
      </p:sp>
      <p:pic>
        <p:nvPicPr>
          <p:cNvPr id="4" name="Content Placeholder 3"/>
          <p:cNvPicPr>
            <a:picLocks noGrp="1" noChangeAspect="1"/>
          </p:cNvPicPr>
          <p:nvPr>
            <p:ph idx="1"/>
          </p:nvPr>
        </p:nvPicPr>
        <p:blipFill>
          <a:blip r:embed="rId2"/>
          <a:stretch>
            <a:fillRect/>
          </a:stretch>
        </p:blipFill>
        <p:spPr>
          <a:xfrm>
            <a:off x="2592925" y="2134177"/>
            <a:ext cx="8644652" cy="4312806"/>
          </a:xfrm>
          <a:prstGeom prst="rect">
            <a:avLst/>
          </a:prstGeom>
        </p:spPr>
      </p:pic>
    </p:spTree>
    <p:extLst>
      <p:ext uri="{BB962C8B-B14F-4D97-AF65-F5344CB8AC3E}">
        <p14:creationId xmlns:p14="http://schemas.microsoft.com/office/powerpoint/2010/main" val="136249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Sample Document</a:t>
            </a:r>
            <a:br>
              <a:rPr lang="en-IN" dirty="0"/>
            </a:br>
            <a:endParaRPr lang="en-IN" dirty="0"/>
          </a:p>
        </p:txBody>
      </p:sp>
      <p:pic>
        <p:nvPicPr>
          <p:cNvPr id="4" name="Content Placeholder 3"/>
          <p:cNvPicPr>
            <a:picLocks noGrp="1" noChangeAspect="1"/>
          </p:cNvPicPr>
          <p:nvPr>
            <p:ph idx="1"/>
          </p:nvPr>
        </p:nvPicPr>
        <p:blipFill>
          <a:blip r:embed="rId2"/>
          <a:stretch>
            <a:fillRect/>
          </a:stretch>
        </p:blipFill>
        <p:spPr>
          <a:xfrm>
            <a:off x="2592925" y="1334336"/>
            <a:ext cx="7831570" cy="5523664"/>
          </a:xfrm>
          <a:prstGeom prst="rect">
            <a:avLst/>
          </a:prstGeom>
        </p:spPr>
      </p:pic>
    </p:spTree>
    <p:extLst>
      <p:ext uri="{BB962C8B-B14F-4D97-AF65-F5344CB8AC3E}">
        <p14:creationId xmlns:p14="http://schemas.microsoft.com/office/powerpoint/2010/main" val="1484600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IN" dirty="0"/>
          </a:p>
        </p:txBody>
      </p:sp>
      <p:sp>
        <p:nvSpPr>
          <p:cNvPr id="3" name="Content Placeholder 2"/>
          <p:cNvSpPr>
            <a:spLocks noGrp="1"/>
          </p:cNvSpPr>
          <p:nvPr>
            <p:ph idx="1"/>
          </p:nvPr>
        </p:nvSpPr>
        <p:spPr/>
        <p:txBody>
          <a:bodyPr/>
          <a:lstStyle/>
          <a:p>
            <a:r>
              <a:rPr lang="en-IN" dirty="0">
                <a:hlinkClick r:id="rId2"/>
              </a:rPr>
              <a:t>https://</a:t>
            </a:r>
            <a:r>
              <a:rPr lang="en-IN" dirty="0" smtClean="0">
                <a:hlinkClick r:id="rId2"/>
              </a:rPr>
              <a:t>www.tutorialspoint.com/mongodb/index.htm</a:t>
            </a:r>
            <a:endParaRPr lang="en-IN" dirty="0" smtClean="0"/>
          </a:p>
          <a:p>
            <a:r>
              <a:rPr lang="en-IN" dirty="0">
                <a:hlinkClick r:id="rId3"/>
              </a:rPr>
              <a:t>https://docs.mongodb.com/manual/introduction</a:t>
            </a:r>
            <a:r>
              <a:rPr lang="en-IN" dirty="0" smtClean="0">
                <a:hlinkClick r:id="rId3"/>
              </a:rPr>
              <a:t>/</a:t>
            </a:r>
            <a:endParaRPr lang="en-IN" dirty="0" smtClean="0"/>
          </a:p>
          <a:p>
            <a:endParaRPr lang="en-IN" dirty="0"/>
          </a:p>
        </p:txBody>
      </p:sp>
    </p:spTree>
    <p:extLst>
      <p:ext uri="{BB962C8B-B14F-4D97-AF65-F5344CB8AC3E}">
        <p14:creationId xmlns:p14="http://schemas.microsoft.com/office/powerpoint/2010/main" val="232371945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65</TotalTime>
  <Words>217</Words>
  <Application>Microsoft Office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Wingdings</vt:lpstr>
      <vt:lpstr>Wingdings 3</vt:lpstr>
      <vt:lpstr>Wisp</vt:lpstr>
      <vt:lpstr>Core Fundamentals of MongoDB</vt:lpstr>
      <vt:lpstr>Agenda</vt:lpstr>
      <vt:lpstr>What Is Meant By NoSQL?</vt:lpstr>
      <vt:lpstr>What is MongoDb?</vt:lpstr>
      <vt:lpstr>Core Fundamentals of MongoDb</vt:lpstr>
      <vt:lpstr>PowerPoint Presentation</vt:lpstr>
      <vt:lpstr>Relationship of RDBMS terminology with MongoDB.</vt:lpstr>
      <vt:lpstr>Sample Document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Fundamentals of MongoDB</dc:title>
  <dc:creator>Sarath Baiju</dc:creator>
  <cp:lastModifiedBy>Sarath Baiju</cp:lastModifiedBy>
  <cp:revision>7</cp:revision>
  <dcterms:created xsi:type="dcterms:W3CDTF">2022-01-12T09:19:03Z</dcterms:created>
  <dcterms:modified xsi:type="dcterms:W3CDTF">2022-01-12T10:24:11Z</dcterms:modified>
</cp:coreProperties>
</file>